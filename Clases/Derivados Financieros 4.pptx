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sldIdLst>
    <p:sldId id="257" r:id="rId2"/>
    <p:sldId id="402" r:id="rId3"/>
    <p:sldId id="385" r:id="rId4"/>
    <p:sldId id="386" r:id="rId5"/>
    <p:sldId id="387" r:id="rId6"/>
    <p:sldId id="388" r:id="rId7"/>
    <p:sldId id="392" r:id="rId8"/>
    <p:sldId id="390" r:id="rId9"/>
    <p:sldId id="393" r:id="rId10"/>
    <p:sldId id="391" r:id="rId11"/>
    <p:sldId id="398" r:id="rId12"/>
    <p:sldId id="404" r:id="rId13"/>
    <p:sldId id="405" r:id="rId14"/>
    <p:sldId id="491" r:id="rId15"/>
    <p:sldId id="493" r:id="rId16"/>
    <p:sldId id="494" r:id="rId17"/>
    <p:sldId id="394" r:id="rId18"/>
    <p:sldId id="395" r:id="rId19"/>
    <p:sldId id="396" r:id="rId20"/>
    <p:sldId id="397" r:id="rId21"/>
    <p:sldId id="399" r:id="rId22"/>
    <p:sldId id="400" r:id="rId23"/>
    <p:sldId id="401" r:id="rId24"/>
    <p:sldId id="416" r:id="rId25"/>
    <p:sldId id="422" r:id="rId26"/>
    <p:sldId id="457" r:id="rId27"/>
    <p:sldId id="417" r:id="rId28"/>
    <p:sldId id="458" r:id="rId29"/>
    <p:sldId id="423" r:id="rId30"/>
    <p:sldId id="424" r:id="rId31"/>
    <p:sldId id="425" r:id="rId32"/>
    <p:sldId id="445" r:id="rId33"/>
    <p:sldId id="426" r:id="rId34"/>
    <p:sldId id="435" r:id="rId35"/>
    <p:sldId id="443" r:id="rId36"/>
    <p:sldId id="444" r:id="rId37"/>
    <p:sldId id="503" r:id="rId38"/>
    <p:sldId id="477" r:id="rId39"/>
    <p:sldId id="478" r:id="rId40"/>
    <p:sldId id="479" r:id="rId41"/>
    <p:sldId id="480" r:id="rId42"/>
    <p:sldId id="481" r:id="rId43"/>
    <p:sldId id="482" r:id="rId44"/>
    <p:sldId id="483" r:id="rId45"/>
    <p:sldId id="484" r:id="rId46"/>
    <p:sldId id="485" r:id="rId47"/>
    <p:sldId id="487" r:id="rId48"/>
    <p:sldId id="488" r:id="rId49"/>
    <p:sldId id="489" r:id="rId50"/>
    <p:sldId id="490" r:id="rId51"/>
    <p:sldId id="497" r:id="rId52"/>
    <p:sldId id="415" r:id="rId53"/>
    <p:sldId id="498" r:id="rId54"/>
    <p:sldId id="499" r:id="rId55"/>
    <p:sldId id="418" r:id="rId56"/>
    <p:sldId id="495" r:id="rId57"/>
    <p:sldId id="420" r:id="rId58"/>
    <p:sldId id="421" r:id="rId59"/>
    <p:sldId id="496" r:id="rId60"/>
    <p:sldId id="500" r:id="rId61"/>
    <p:sldId id="501" r:id="rId62"/>
    <p:sldId id="502"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3" d="100"/>
          <a:sy n="73" d="100"/>
        </p:scale>
        <p:origin x="36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2A9928-1E8F-4AEF-9D17-0148CFD33298}" type="datetimeFigureOut">
              <a:rPr lang="en-US" smtClean="0"/>
              <a:t>8/14/2022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E5C158-4657-46E0-9013-F3FBC186F96E}" type="slidenum">
              <a:rPr lang="en-US" smtClean="0"/>
              <a:t>‹#›</a:t>
            </a:fld>
            <a:endParaRPr lang="en-US"/>
          </a:p>
        </p:txBody>
      </p:sp>
    </p:spTree>
    <p:extLst>
      <p:ext uri="{BB962C8B-B14F-4D97-AF65-F5344CB8AC3E}">
        <p14:creationId xmlns:p14="http://schemas.microsoft.com/office/powerpoint/2010/main" val="16900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866219F2-F265-4048-9278-209C5B1C5C01}"/>
              </a:ext>
            </a:extLst>
          </p:cNvPr>
          <p:cNvSpPr>
            <a:spLocks noGrp="1" noChangeArrowheads="1"/>
          </p:cNvSpPr>
          <p:nvPr>
            <p:ph type="sldNum" sz="quarter" idx="5"/>
          </p:nvPr>
        </p:nvSpPr>
        <p:spPr>
          <a:noFill/>
        </p:spPr>
        <p:txBody>
          <a:bodyPr/>
          <a:lstStyle>
            <a:lvl1pPr defTabSz="927100">
              <a:spcBef>
                <a:spcPct val="30000"/>
              </a:spcBef>
              <a:defRPr sz="1200">
                <a:solidFill>
                  <a:schemeClr val="tx1"/>
                </a:solidFill>
                <a:latin typeface="Arial" panose="020B0604020202020204" pitchFamily="34" charset="0"/>
              </a:defRPr>
            </a:lvl1pPr>
            <a:lvl2pPr marL="714375" indent="-274638" defTabSz="927100">
              <a:spcBef>
                <a:spcPct val="30000"/>
              </a:spcBef>
              <a:defRPr sz="1200">
                <a:solidFill>
                  <a:schemeClr val="tx1"/>
                </a:solidFill>
                <a:latin typeface="Arial" panose="020B0604020202020204" pitchFamily="34" charset="0"/>
              </a:defRPr>
            </a:lvl2pPr>
            <a:lvl3pPr marL="1098550" indent="-219075" defTabSz="927100">
              <a:spcBef>
                <a:spcPct val="30000"/>
              </a:spcBef>
              <a:defRPr sz="1200">
                <a:solidFill>
                  <a:schemeClr val="tx1"/>
                </a:solidFill>
                <a:latin typeface="Arial" panose="020B0604020202020204" pitchFamily="34" charset="0"/>
              </a:defRPr>
            </a:lvl3pPr>
            <a:lvl4pPr marL="1538288" indent="-219075" defTabSz="927100">
              <a:spcBef>
                <a:spcPct val="30000"/>
              </a:spcBef>
              <a:defRPr sz="1200">
                <a:solidFill>
                  <a:schemeClr val="tx1"/>
                </a:solidFill>
                <a:latin typeface="Arial" panose="020B0604020202020204" pitchFamily="34" charset="0"/>
              </a:defRPr>
            </a:lvl4pPr>
            <a:lvl5pPr marL="1978025" indent="-219075" defTabSz="927100">
              <a:spcBef>
                <a:spcPct val="30000"/>
              </a:spcBef>
              <a:defRPr sz="1200">
                <a:solidFill>
                  <a:schemeClr val="tx1"/>
                </a:solidFill>
                <a:latin typeface="Arial" panose="020B0604020202020204" pitchFamily="34" charset="0"/>
              </a:defRPr>
            </a:lvl5pPr>
            <a:lvl6pPr marL="2435225" indent="-219075" defTabSz="927100" eaLnBrk="0" fontAlgn="base" hangingPunct="0">
              <a:spcBef>
                <a:spcPct val="30000"/>
              </a:spcBef>
              <a:spcAft>
                <a:spcPct val="0"/>
              </a:spcAft>
              <a:defRPr sz="1200">
                <a:solidFill>
                  <a:schemeClr val="tx1"/>
                </a:solidFill>
                <a:latin typeface="Arial" panose="020B0604020202020204" pitchFamily="34" charset="0"/>
              </a:defRPr>
            </a:lvl6pPr>
            <a:lvl7pPr marL="2892425" indent="-219075" defTabSz="927100" eaLnBrk="0" fontAlgn="base" hangingPunct="0">
              <a:spcBef>
                <a:spcPct val="30000"/>
              </a:spcBef>
              <a:spcAft>
                <a:spcPct val="0"/>
              </a:spcAft>
              <a:defRPr sz="1200">
                <a:solidFill>
                  <a:schemeClr val="tx1"/>
                </a:solidFill>
                <a:latin typeface="Arial" panose="020B0604020202020204" pitchFamily="34" charset="0"/>
              </a:defRPr>
            </a:lvl7pPr>
            <a:lvl8pPr marL="3349625" indent="-219075" defTabSz="927100" eaLnBrk="0" fontAlgn="base" hangingPunct="0">
              <a:spcBef>
                <a:spcPct val="30000"/>
              </a:spcBef>
              <a:spcAft>
                <a:spcPct val="0"/>
              </a:spcAft>
              <a:defRPr sz="1200">
                <a:solidFill>
                  <a:schemeClr val="tx1"/>
                </a:solidFill>
                <a:latin typeface="Arial" panose="020B0604020202020204" pitchFamily="34" charset="0"/>
              </a:defRPr>
            </a:lvl8pPr>
            <a:lvl9pPr marL="3806825" indent="-219075" defTabSz="927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5AEABBD-4A1E-4CD5-991D-CA2C26094214}" type="slidenum">
              <a:rPr lang="en-US" altLang="en-US" sz="1300" smtClean="0"/>
              <a:pPr>
                <a:spcBef>
                  <a:spcPct val="0"/>
                </a:spcBef>
              </a:pPr>
              <a:t>1</a:t>
            </a:fld>
            <a:endParaRPr lang="en-US" altLang="en-US" sz="1300"/>
          </a:p>
        </p:txBody>
      </p:sp>
      <p:sp>
        <p:nvSpPr>
          <p:cNvPr id="5123" name="Rectangle 7">
            <a:extLst>
              <a:ext uri="{FF2B5EF4-FFF2-40B4-BE49-F238E27FC236}">
                <a16:creationId xmlns:a16="http://schemas.microsoft.com/office/drawing/2014/main" id="{FDFBAE36-82B1-4888-B903-AC5A7376B064}"/>
              </a:ext>
            </a:extLst>
          </p:cNvPr>
          <p:cNvSpPr txBox="1">
            <a:spLocks noGrp="1" noChangeArrowheads="1"/>
          </p:cNvSpPr>
          <p:nvPr/>
        </p:nvSpPr>
        <p:spPr bwMode="auto">
          <a:xfrm>
            <a:off x="3968750" y="8767763"/>
            <a:ext cx="304165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69" tIns="46385" rIns="92769" bIns="46385" anchor="b"/>
          <a:lstStyle>
            <a:lvl1pPr defTabSz="965200">
              <a:spcBef>
                <a:spcPct val="30000"/>
              </a:spcBef>
              <a:defRPr sz="12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Arial" panose="020B0604020202020204" pitchFamily="34" charset="0"/>
              </a:defRPr>
            </a:lvl2pPr>
            <a:lvl3pPr marL="1143000" indent="-228600" defTabSz="965200">
              <a:spcBef>
                <a:spcPct val="30000"/>
              </a:spcBef>
              <a:defRPr sz="1200">
                <a:solidFill>
                  <a:schemeClr val="tx1"/>
                </a:solidFill>
                <a:latin typeface="Arial" panose="020B0604020202020204" pitchFamily="34" charset="0"/>
              </a:defRPr>
            </a:lvl3pPr>
            <a:lvl4pPr marL="1600200" indent="-228600" defTabSz="965200">
              <a:spcBef>
                <a:spcPct val="30000"/>
              </a:spcBef>
              <a:defRPr sz="1200">
                <a:solidFill>
                  <a:schemeClr val="tx1"/>
                </a:solidFill>
                <a:latin typeface="Arial" panose="020B0604020202020204" pitchFamily="34" charset="0"/>
              </a:defRPr>
            </a:lvl4pPr>
            <a:lvl5pPr marL="2057400" indent="-228600" defTabSz="965200">
              <a:spcBef>
                <a:spcPct val="30000"/>
              </a:spcBef>
              <a:defRPr sz="1200">
                <a:solidFill>
                  <a:schemeClr val="tx1"/>
                </a:solidFill>
                <a:latin typeface="Arial" panose="020B0604020202020204" pitchFamily="34" charset="0"/>
              </a:defRPr>
            </a:lvl5pPr>
            <a:lvl6pPr marL="2514600" indent="-228600" defTabSz="965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5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5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5200" eaLnBrk="0" fontAlgn="base" hangingPunct="0">
              <a:spcBef>
                <a:spcPct val="30000"/>
              </a:spcBef>
              <a:spcAft>
                <a:spcPct val="0"/>
              </a:spcAft>
              <a:defRPr sz="1200">
                <a:solidFill>
                  <a:schemeClr val="tx1"/>
                </a:solidFill>
                <a:latin typeface="Arial" panose="020B0604020202020204" pitchFamily="34" charset="0"/>
              </a:defRPr>
            </a:lvl9pPr>
          </a:lstStyle>
          <a:p>
            <a:pPr algn="r">
              <a:spcBef>
                <a:spcPct val="0"/>
              </a:spcBef>
            </a:pPr>
            <a:fld id="{087FE17B-1E3D-4CBB-BA33-E370B9F03936}" type="slidenum">
              <a:rPr lang="en-US" altLang="en-US">
                <a:latin typeface="Times New Roman" panose="02020603050405020304" pitchFamily="18" charset="0"/>
              </a:rPr>
              <a:pPr algn="r">
                <a:spcBef>
                  <a:spcPct val="0"/>
                </a:spcBef>
              </a:pPr>
              <a:t>1</a:t>
            </a:fld>
            <a:endParaRPr lang="en-US" altLang="en-US">
              <a:latin typeface="Times New Roman" panose="02020603050405020304" pitchFamily="18" charset="0"/>
            </a:endParaRPr>
          </a:p>
        </p:txBody>
      </p:sp>
      <p:sp>
        <p:nvSpPr>
          <p:cNvPr id="5124" name="Rectangle 2">
            <a:extLst>
              <a:ext uri="{FF2B5EF4-FFF2-40B4-BE49-F238E27FC236}">
                <a16:creationId xmlns:a16="http://schemas.microsoft.com/office/drawing/2014/main" id="{06D53540-7A80-4A1D-8AAA-2264949B95F1}"/>
              </a:ext>
            </a:extLst>
          </p:cNvPr>
          <p:cNvSpPr>
            <a:spLocks noGrp="1" noRot="1" noChangeAspect="1" noChangeArrowheads="1" noTextEdit="1"/>
          </p:cNvSpPr>
          <p:nvPr>
            <p:ph type="sldImg"/>
          </p:nvPr>
        </p:nvSpPr>
        <p:spPr>
          <a:xfrm>
            <a:off x="427038" y="690563"/>
            <a:ext cx="6157912" cy="3465512"/>
          </a:xfrm>
          <a:ln/>
        </p:spPr>
      </p:sp>
      <p:sp>
        <p:nvSpPr>
          <p:cNvPr id="5125" name="Rectangle 3">
            <a:extLst>
              <a:ext uri="{FF2B5EF4-FFF2-40B4-BE49-F238E27FC236}">
                <a16:creationId xmlns:a16="http://schemas.microsoft.com/office/drawing/2014/main" id="{319BE930-F3E5-44E7-AF94-2BE651367177}"/>
              </a:ext>
            </a:extLst>
          </p:cNvPr>
          <p:cNvSpPr>
            <a:spLocks noGrp="1" noChangeArrowheads="1"/>
          </p:cNvSpPr>
          <p:nvPr>
            <p:ph type="body" idx="1"/>
          </p:nvPr>
        </p:nvSpPr>
        <p:spPr>
          <a:xfrm>
            <a:off x="933450" y="4389438"/>
            <a:ext cx="5143500" cy="4156075"/>
          </a:xfrm>
          <a:noFill/>
        </p:spPr>
        <p:txBody>
          <a:bodyPr lIns="92769" tIns="46385" rIns="92769" bIns="46385"/>
          <a:lstStyle/>
          <a:p>
            <a:pPr eaLnBrk="1" hangingPunct="1"/>
            <a:endParaRPr lang="es-E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D0DFBA06-1A5B-417D-81E2-B67DFF1ACBD0}"/>
              </a:ext>
            </a:extLst>
          </p:cNvPr>
          <p:cNvSpPr>
            <a:spLocks noGrp="1" noChangeArrowheads="1"/>
          </p:cNvSpPr>
          <p:nvPr>
            <p:ph type="sldNum" sz="quarter" idx="5"/>
          </p:nvPr>
        </p:nvSpPr>
        <p:spPr>
          <a:noFill/>
        </p:spPr>
        <p:txBody>
          <a:bodyPr/>
          <a:lstStyle>
            <a:lvl1pPr defTabSz="927100">
              <a:spcBef>
                <a:spcPct val="30000"/>
              </a:spcBef>
              <a:defRPr sz="1200">
                <a:solidFill>
                  <a:schemeClr val="tx1"/>
                </a:solidFill>
                <a:latin typeface="Arial" panose="020B0604020202020204" pitchFamily="34" charset="0"/>
              </a:defRPr>
            </a:lvl1pPr>
            <a:lvl2pPr marL="714375" indent="-274638" defTabSz="927100">
              <a:spcBef>
                <a:spcPct val="30000"/>
              </a:spcBef>
              <a:defRPr sz="1200">
                <a:solidFill>
                  <a:schemeClr val="tx1"/>
                </a:solidFill>
                <a:latin typeface="Arial" panose="020B0604020202020204" pitchFamily="34" charset="0"/>
              </a:defRPr>
            </a:lvl2pPr>
            <a:lvl3pPr marL="1098550" indent="-219075" defTabSz="927100">
              <a:spcBef>
                <a:spcPct val="30000"/>
              </a:spcBef>
              <a:defRPr sz="1200">
                <a:solidFill>
                  <a:schemeClr val="tx1"/>
                </a:solidFill>
                <a:latin typeface="Arial" panose="020B0604020202020204" pitchFamily="34" charset="0"/>
              </a:defRPr>
            </a:lvl3pPr>
            <a:lvl4pPr marL="1538288" indent="-219075" defTabSz="927100">
              <a:spcBef>
                <a:spcPct val="30000"/>
              </a:spcBef>
              <a:defRPr sz="1200">
                <a:solidFill>
                  <a:schemeClr val="tx1"/>
                </a:solidFill>
                <a:latin typeface="Arial" panose="020B0604020202020204" pitchFamily="34" charset="0"/>
              </a:defRPr>
            </a:lvl4pPr>
            <a:lvl5pPr marL="1978025" indent="-219075" defTabSz="927100">
              <a:spcBef>
                <a:spcPct val="30000"/>
              </a:spcBef>
              <a:defRPr sz="1200">
                <a:solidFill>
                  <a:schemeClr val="tx1"/>
                </a:solidFill>
                <a:latin typeface="Arial" panose="020B0604020202020204" pitchFamily="34" charset="0"/>
              </a:defRPr>
            </a:lvl5pPr>
            <a:lvl6pPr marL="2435225" indent="-219075" defTabSz="927100" eaLnBrk="0" fontAlgn="base" hangingPunct="0">
              <a:spcBef>
                <a:spcPct val="30000"/>
              </a:spcBef>
              <a:spcAft>
                <a:spcPct val="0"/>
              </a:spcAft>
              <a:defRPr sz="1200">
                <a:solidFill>
                  <a:schemeClr val="tx1"/>
                </a:solidFill>
                <a:latin typeface="Arial" panose="020B0604020202020204" pitchFamily="34" charset="0"/>
              </a:defRPr>
            </a:lvl6pPr>
            <a:lvl7pPr marL="2892425" indent="-219075" defTabSz="927100" eaLnBrk="0" fontAlgn="base" hangingPunct="0">
              <a:spcBef>
                <a:spcPct val="30000"/>
              </a:spcBef>
              <a:spcAft>
                <a:spcPct val="0"/>
              </a:spcAft>
              <a:defRPr sz="1200">
                <a:solidFill>
                  <a:schemeClr val="tx1"/>
                </a:solidFill>
                <a:latin typeface="Arial" panose="020B0604020202020204" pitchFamily="34" charset="0"/>
              </a:defRPr>
            </a:lvl7pPr>
            <a:lvl8pPr marL="3349625" indent="-219075" defTabSz="927100" eaLnBrk="0" fontAlgn="base" hangingPunct="0">
              <a:spcBef>
                <a:spcPct val="30000"/>
              </a:spcBef>
              <a:spcAft>
                <a:spcPct val="0"/>
              </a:spcAft>
              <a:defRPr sz="1200">
                <a:solidFill>
                  <a:schemeClr val="tx1"/>
                </a:solidFill>
                <a:latin typeface="Arial" panose="020B0604020202020204" pitchFamily="34" charset="0"/>
              </a:defRPr>
            </a:lvl8pPr>
            <a:lvl9pPr marL="3806825" indent="-219075" defTabSz="927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4727C80-6D63-4728-9ED8-3DD2711030C8}" type="slidenum">
              <a:rPr lang="en-US" altLang="en-US" sz="1300" smtClean="0"/>
              <a:pPr>
                <a:spcBef>
                  <a:spcPct val="0"/>
                </a:spcBef>
              </a:pPr>
              <a:t>28</a:t>
            </a:fld>
            <a:endParaRPr lang="en-US" altLang="en-US" sz="1300"/>
          </a:p>
        </p:txBody>
      </p:sp>
      <p:sp>
        <p:nvSpPr>
          <p:cNvPr id="53251" name="Rectangle 7">
            <a:extLst>
              <a:ext uri="{FF2B5EF4-FFF2-40B4-BE49-F238E27FC236}">
                <a16:creationId xmlns:a16="http://schemas.microsoft.com/office/drawing/2014/main" id="{99780CA4-6DC5-4D55-9878-44BF484C751D}"/>
              </a:ext>
            </a:extLst>
          </p:cNvPr>
          <p:cNvSpPr txBox="1">
            <a:spLocks noGrp="1" noChangeArrowheads="1"/>
          </p:cNvSpPr>
          <p:nvPr/>
        </p:nvSpPr>
        <p:spPr bwMode="auto">
          <a:xfrm>
            <a:off x="3970338" y="8769350"/>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2632" tIns="46315" rIns="92632" bIns="46315" anchor="b"/>
          <a:lstStyle>
            <a:lvl1pPr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1pPr>
            <a:lvl2pPr marL="742950" indent="-28575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2pPr>
            <a:lvl3pPr marL="11430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3pPr>
            <a:lvl4pPr marL="16002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4pPr>
            <a:lvl5pPr marL="20574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5pPr>
            <a:lvl6pPr marL="25146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6pPr>
            <a:lvl7pPr marL="29718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7pPr>
            <a:lvl8pPr marL="34290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8pPr>
            <a:lvl9pPr marL="38862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9pPr>
          </a:lstStyle>
          <a:p>
            <a:pPr algn="r">
              <a:spcBef>
                <a:spcPct val="0"/>
              </a:spcBef>
              <a:buClr>
                <a:srgbClr val="002285"/>
              </a:buClr>
              <a:buFont typeface="Times New Roman" panose="02020603050405020304" pitchFamily="18" charset="0"/>
              <a:buNone/>
            </a:pPr>
            <a:fld id="{080B0F9D-21C1-4031-A748-DAD56FB35F26}" type="slidenum">
              <a:rPr lang="en-GB" altLang="en-US">
                <a:solidFill>
                  <a:srgbClr val="000000"/>
                </a:solidFill>
                <a:latin typeface="Times New Roman" panose="02020603050405020304" pitchFamily="18" charset="0"/>
                <a:cs typeface="Lucida Sans Unicode" panose="020B0602030504020204" pitchFamily="34" charset="0"/>
              </a:rPr>
              <a:pPr algn="r">
                <a:spcBef>
                  <a:spcPct val="0"/>
                </a:spcBef>
                <a:buClr>
                  <a:srgbClr val="002285"/>
                </a:buClr>
                <a:buFont typeface="Times New Roman" panose="02020603050405020304" pitchFamily="18" charset="0"/>
                <a:buNone/>
              </a:pPr>
              <a:t>28</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53252" name="Text Box 2">
            <a:extLst>
              <a:ext uri="{FF2B5EF4-FFF2-40B4-BE49-F238E27FC236}">
                <a16:creationId xmlns:a16="http://schemas.microsoft.com/office/drawing/2014/main" id="{64CBBEBE-3BC9-4496-9D59-32C0EA5C0C40}"/>
              </a:ext>
            </a:extLst>
          </p:cNvPr>
          <p:cNvSpPr txBox="1">
            <a:spLocks noChangeArrowheads="1"/>
          </p:cNvSpPr>
          <p:nvPr/>
        </p:nvSpPr>
        <p:spPr bwMode="auto">
          <a:xfrm>
            <a:off x="1206500" y="690563"/>
            <a:ext cx="4600575" cy="3465512"/>
          </a:xfrm>
          <a:prstGeom prst="rect">
            <a:avLst/>
          </a:prstGeom>
          <a:solidFill>
            <a:srgbClr val="FFFFFF"/>
          </a:solidFill>
          <a:ln w="9360">
            <a:solidFill>
              <a:srgbClr val="000000"/>
            </a:solidFill>
            <a:miter lim="800000"/>
            <a:headEnd/>
            <a:tailEnd/>
          </a:ln>
        </p:spPr>
        <p:txBody>
          <a:bodyPr wrap="none" lIns="87803" tIns="43902" rIns="87803" bIns="43902" anchor="ctr"/>
          <a:lstStyle>
            <a:lvl1pPr defTabSz="457200">
              <a:spcBef>
                <a:spcPct val="30000"/>
              </a:spcBef>
              <a:defRPr sz="1200">
                <a:solidFill>
                  <a:schemeClr val="tx1"/>
                </a:solidFill>
                <a:latin typeface="Arial" panose="020B0604020202020204" pitchFamily="34" charset="0"/>
              </a:defRPr>
            </a:lvl1pPr>
            <a:lvl2pPr marL="742950" indent="-285750" defTabSz="457200">
              <a:spcBef>
                <a:spcPct val="30000"/>
              </a:spcBef>
              <a:defRPr sz="1200">
                <a:solidFill>
                  <a:schemeClr val="tx1"/>
                </a:solidFill>
                <a:latin typeface="Arial" panose="020B0604020202020204" pitchFamily="34" charset="0"/>
              </a:defRPr>
            </a:lvl2pPr>
            <a:lvl3pPr marL="1143000" indent="-228600" defTabSz="457200">
              <a:spcBef>
                <a:spcPct val="30000"/>
              </a:spcBef>
              <a:defRPr sz="1200">
                <a:solidFill>
                  <a:schemeClr val="tx1"/>
                </a:solidFill>
                <a:latin typeface="Arial" panose="020B0604020202020204" pitchFamily="34" charset="0"/>
              </a:defRPr>
            </a:lvl3pPr>
            <a:lvl4pPr marL="1600200" indent="-228600" defTabSz="457200">
              <a:spcBef>
                <a:spcPct val="30000"/>
              </a:spcBef>
              <a:defRPr sz="1200">
                <a:solidFill>
                  <a:schemeClr val="tx1"/>
                </a:solidFill>
                <a:latin typeface="Arial" panose="020B0604020202020204" pitchFamily="34" charset="0"/>
              </a:defRPr>
            </a:lvl4pPr>
            <a:lvl5pPr marL="2057400" indent="-228600" defTabSz="457200">
              <a:spcBef>
                <a:spcPct val="30000"/>
              </a:spcBef>
              <a:defRPr sz="1200">
                <a:solidFill>
                  <a:schemeClr val="tx1"/>
                </a:solidFill>
                <a:latin typeface="Arial" panose="020B0604020202020204" pitchFamily="34" charset="0"/>
              </a:defRPr>
            </a:lvl5pPr>
            <a:lvl6pPr marL="2514600" indent="-228600" defTabSz="457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457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457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457200" eaLnBrk="0" fontAlgn="base" hangingPunct="0">
              <a:spcBef>
                <a:spcPct val="30000"/>
              </a:spcBef>
              <a:spcAft>
                <a:spcPct val="0"/>
              </a:spcAft>
              <a:defRPr sz="1200">
                <a:solidFill>
                  <a:schemeClr val="tx1"/>
                </a:solidFill>
                <a:latin typeface="Arial" panose="020B0604020202020204" pitchFamily="34" charset="0"/>
              </a:defRPr>
            </a:lvl9pPr>
          </a:lstStyle>
          <a:p>
            <a:pPr>
              <a:lnSpc>
                <a:spcPct val="95000"/>
              </a:lnSpc>
              <a:spcBef>
                <a:spcPct val="0"/>
              </a:spcBef>
              <a:buClr>
                <a:srgbClr val="003399"/>
              </a:buClr>
              <a:buFont typeface="Times New Roman" panose="02020603050405020304" pitchFamily="18" charset="0"/>
              <a:buNone/>
            </a:pPr>
            <a:endParaRPr lang="es-ES" altLang="en-US" sz="2300">
              <a:solidFill>
                <a:schemeClr val="bg1"/>
              </a:solidFill>
              <a:latin typeface="Times New Roman" panose="02020603050405020304" pitchFamily="18" charset="0"/>
              <a:cs typeface="Lucida Sans Unicode" panose="020B0602030504020204" pitchFamily="34" charset="0"/>
            </a:endParaRPr>
          </a:p>
        </p:txBody>
      </p:sp>
      <p:sp>
        <p:nvSpPr>
          <p:cNvPr id="53253" name="Rectangle 3">
            <a:extLst>
              <a:ext uri="{FF2B5EF4-FFF2-40B4-BE49-F238E27FC236}">
                <a16:creationId xmlns:a16="http://schemas.microsoft.com/office/drawing/2014/main" id="{1DE6BD56-9718-4E23-B476-3A4C1C7F6316}"/>
              </a:ext>
            </a:extLst>
          </p:cNvPr>
          <p:cNvSpPr>
            <a:spLocks noGrp="1" noChangeArrowheads="1"/>
          </p:cNvSpPr>
          <p:nvPr>
            <p:ph type="body"/>
          </p:nvPr>
        </p:nvSpPr>
        <p:spPr>
          <a:xfrm>
            <a:off x="933450" y="4389438"/>
            <a:ext cx="5141913" cy="4156075"/>
          </a:xfrm>
          <a:noFill/>
        </p:spPr>
        <p:txBody>
          <a:bodyPr wrap="none" lIns="92632" tIns="46315" rIns="92632" bIns="46315" anchor="ctr"/>
          <a:lstStyle/>
          <a:p>
            <a:pPr eaLnBrk="1" hangingPunct="1"/>
            <a:endParaRPr lang="es-ES" altLang="en-US">
              <a:latin typeface="Arial" panose="020B0604020202020204" pitchFamily="34" charset="0"/>
            </a:endParaRPr>
          </a:p>
        </p:txBody>
      </p:sp>
    </p:spTree>
    <p:extLst>
      <p:ext uri="{BB962C8B-B14F-4D97-AF65-F5344CB8AC3E}">
        <p14:creationId xmlns:p14="http://schemas.microsoft.com/office/powerpoint/2010/main" val="16178105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866219F2-F265-4048-9278-209C5B1C5C01}"/>
              </a:ext>
            </a:extLst>
          </p:cNvPr>
          <p:cNvSpPr>
            <a:spLocks noGrp="1" noChangeArrowheads="1"/>
          </p:cNvSpPr>
          <p:nvPr>
            <p:ph type="sldNum" sz="quarter" idx="5"/>
          </p:nvPr>
        </p:nvSpPr>
        <p:spPr>
          <a:noFill/>
        </p:spPr>
        <p:txBody>
          <a:bodyPr/>
          <a:lstStyle>
            <a:lvl1pPr defTabSz="927100">
              <a:spcBef>
                <a:spcPct val="30000"/>
              </a:spcBef>
              <a:defRPr sz="1200">
                <a:solidFill>
                  <a:schemeClr val="tx1"/>
                </a:solidFill>
                <a:latin typeface="Arial" panose="020B0604020202020204" pitchFamily="34" charset="0"/>
              </a:defRPr>
            </a:lvl1pPr>
            <a:lvl2pPr marL="714375" indent="-274638" defTabSz="927100">
              <a:spcBef>
                <a:spcPct val="30000"/>
              </a:spcBef>
              <a:defRPr sz="1200">
                <a:solidFill>
                  <a:schemeClr val="tx1"/>
                </a:solidFill>
                <a:latin typeface="Arial" panose="020B0604020202020204" pitchFamily="34" charset="0"/>
              </a:defRPr>
            </a:lvl2pPr>
            <a:lvl3pPr marL="1098550" indent="-219075" defTabSz="927100">
              <a:spcBef>
                <a:spcPct val="30000"/>
              </a:spcBef>
              <a:defRPr sz="1200">
                <a:solidFill>
                  <a:schemeClr val="tx1"/>
                </a:solidFill>
                <a:latin typeface="Arial" panose="020B0604020202020204" pitchFamily="34" charset="0"/>
              </a:defRPr>
            </a:lvl3pPr>
            <a:lvl4pPr marL="1538288" indent="-219075" defTabSz="927100">
              <a:spcBef>
                <a:spcPct val="30000"/>
              </a:spcBef>
              <a:defRPr sz="1200">
                <a:solidFill>
                  <a:schemeClr val="tx1"/>
                </a:solidFill>
                <a:latin typeface="Arial" panose="020B0604020202020204" pitchFamily="34" charset="0"/>
              </a:defRPr>
            </a:lvl4pPr>
            <a:lvl5pPr marL="1978025" indent="-219075" defTabSz="927100">
              <a:spcBef>
                <a:spcPct val="30000"/>
              </a:spcBef>
              <a:defRPr sz="1200">
                <a:solidFill>
                  <a:schemeClr val="tx1"/>
                </a:solidFill>
                <a:latin typeface="Arial" panose="020B0604020202020204" pitchFamily="34" charset="0"/>
              </a:defRPr>
            </a:lvl5pPr>
            <a:lvl6pPr marL="2435225" indent="-219075" defTabSz="927100" eaLnBrk="0" fontAlgn="base" hangingPunct="0">
              <a:spcBef>
                <a:spcPct val="30000"/>
              </a:spcBef>
              <a:spcAft>
                <a:spcPct val="0"/>
              </a:spcAft>
              <a:defRPr sz="1200">
                <a:solidFill>
                  <a:schemeClr val="tx1"/>
                </a:solidFill>
                <a:latin typeface="Arial" panose="020B0604020202020204" pitchFamily="34" charset="0"/>
              </a:defRPr>
            </a:lvl6pPr>
            <a:lvl7pPr marL="2892425" indent="-219075" defTabSz="927100" eaLnBrk="0" fontAlgn="base" hangingPunct="0">
              <a:spcBef>
                <a:spcPct val="30000"/>
              </a:spcBef>
              <a:spcAft>
                <a:spcPct val="0"/>
              </a:spcAft>
              <a:defRPr sz="1200">
                <a:solidFill>
                  <a:schemeClr val="tx1"/>
                </a:solidFill>
                <a:latin typeface="Arial" panose="020B0604020202020204" pitchFamily="34" charset="0"/>
              </a:defRPr>
            </a:lvl7pPr>
            <a:lvl8pPr marL="3349625" indent="-219075" defTabSz="927100" eaLnBrk="0" fontAlgn="base" hangingPunct="0">
              <a:spcBef>
                <a:spcPct val="30000"/>
              </a:spcBef>
              <a:spcAft>
                <a:spcPct val="0"/>
              </a:spcAft>
              <a:defRPr sz="1200">
                <a:solidFill>
                  <a:schemeClr val="tx1"/>
                </a:solidFill>
                <a:latin typeface="Arial" panose="020B0604020202020204" pitchFamily="34" charset="0"/>
              </a:defRPr>
            </a:lvl8pPr>
            <a:lvl9pPr marL="3806825" indent="-219075" defTabSz="927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5AEABBD-4A1E-4CD5-991D-CA2C26094214}" type="slidenum">
              <a:rPr lang="en-US" altLang="en-US" sz="1300" smtClean="0"/>
              <a:pPr>
                <a:spcBef>
                  <a:spcPct val="0"/>
                </a:spcBef>
              </a:pPr>
              <a:t>37</a:t>
            </a:fld>
            <a:endParaRPr lang="en-US" altLang="en-US" sz="1300"/>
          </a:p>
        </p:txBody>
      </p:sp>
      <p:sp>
        <p:nvSpPr>
          <p:cNvPr id="5123" name="Rectangle 7">
            <a:extLst>
              <a:ext uri="{FF2B5EF4-FFF2-40B4-BE49-F238E27FC236}">
                <a16:creationId xmlns:a16="http://schemas.microsoft.com/office/drawing/2014/main" id="{FDFBAE36-82B1-4888-B903-AC5A7376B064}"/>
              </a:ext>
            </a:extLst>
          </p:cNvPr>
          <p:cNvSpPr txBox="1">
            <a:spLocks noGrp="1" noChangeArrowheads="1"/>
          </p:cNvSpPr>
          <p:nvPr/>
        </p:nvSpPr>
        <p:spPr bwMode="auto">
          <a:xfrm>
            <a:off x="3968750" y="8767763"/>
            <a:ext cx="304165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69" tIns="46385" rIns="92769" bIns="46385" anchor="b"/>
          <a:lstStyle>
            <a:lvl1pPr defTabSz="965200">
              <a:spcBef>
                <a:spcPct val="30000"/>
              </a:spcBef>
              <a:defRPr sz="12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Arial" panose="020B0604020202020204" pitchFamily="34" charset="0"/>
              </a:defRPr>
            </a:lvl2pPr>
            <a:lvl3pPr marL="1143000" indent="-228600" defTabSz="965200">
              <a:spcBef>
                <a:spcPct val="30000"/>
              </a:spcBef>
              <a:defRPr sz="1200">
                <a:solidFill>
                  <a:schemeClr val="tx1"/>
                </a:solidFill>
                <a:latin typeface="Arial" panose="020B0604020202020204" pitchFamily="34" charset="0"/>
              </a:defRPr>
            </a:lvl3pPr>
            <a:lvl4pPr marL="1600200" indent="-228600" defTabSz="965200">
              <a:spcBef>
                <a:spcPct val="30000"/>
              </a:spcBef>
              <a:defRPr sz="1200">
                <a:solidFill>
                  <a:schemeClr val="tx1"/>
                </a:solidFill>
                <a:latin typeface="Arial" panose="020B0604020202020204" pitchFamily="34" charset="0"/>
              </a:defRPr>
            </a:lvl4pPr>
            <a:lvl5pPr marL="2057400" indent="-228600" defTabSz="965200">
              <a:spcBef>
                <a:spcPct val="30000"/>
              </a:spcBef>
              <a:defRPr sz="1200">
                <a:solidFill>
                  <a:schemeClr val="tx1"/>
                </a:solidFill>
                <a:latin typeface="Arial" panose="020B0604020202020204" pitchFamily="34" charset="0"/>
              </a:defRPr>
            </a:lvl5pPr>
            <a:lvl6pPr marL="2514600" indent="-228600" defTabSz="965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5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5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5200" eaLnBrk="0" fontAlgn="base" hangingPunct="0">
              <a:spcBef>
                <a:spcPct val="30000"/>
              </a:spcBef>
              <a:spcAft>
                <a:spcPct val="0"/>
              </a:spcAft>
              <a:defRPr sz="1200">
                <a:solidFill>
                  <a:schemeClr val="tx1"/>
                </a:solidFill>
                <a:latin typeface="Arial" panose="020B0604020202020204" pitchFamily="34" charset="0"/>
              </a:defRPr>
            </a:lvl9pPr>
          </a:lstStyle>
          <a:p>
            <a:pPr algn="r">
              <a:spcBef>
                <a:spcPct val="0"/>
              </a:spcBef>
            </a:pPr>
            <a:fld id="{087FE17B-1E3D-4CBB-BA33-E370B9F03936}" type="slidenum">
              <a:rPr lang="en-US" altLang="en-US">
                <a:latin typeface="Times New Roman" panose="02020603050405020304" pitchFamily="18" charset="0"/>
              </a:rPr>
              <a:pPr algn="r">
                <a:spcBef>
                  <a:spcPct val="0"/>
                </a:spcBef>
              </a:pPr>
              <a:t>37</a:t>
            </a:fld>
            <a:endParaRPr lang="en-US" altLang="en-US">
              <a:latin typeface="Times New Roman" panose="02020603050405020304" pitchFamily="18" charset="0"/>
            </a:endParaRPr>
          </a:p>
        </p:txBody>
      </p:sp>
      <p:sp>
        <p:nvSpPr>
          <p:cNvPr id="5124" name="Rectangle 2">
            <a:extLst>
              <a:ext uri="{FF2B5EF4-FFF2-40B4-BE49-F238E27FC236}">
                <a16:creationId xmlns:a16="http://schemas.microsoft.com/office/drawing/2014/main" id="{06D53540-7A80-4A1D-8AAA-2264949B95F1}"/>
              </a:ext>
            </a:extLst>
          </p:cNvPr>
          <p:cNvSpPr>
            <a:spLocks noGrp="1" noRot="1" noChangeAspect="1" noChangeArrowheads="1" noTextEdit="1"/>
          </p:cNvSpPr>
          <p:nvPr>
            <p:ph type="sldImg"/>
          </p:nvPr>
        </p:nvSpPr>
        <p:spPr>
          <a:xfrm>
            <a:off x="427038" y="690563"/>
            <a:ext cx="6157912" cy="3465512"/>
          </a:xfrm>
          <a:ln/>
        </p:spPr>
      </p:sp>
      <p:sp>
        <p:nvSpPr>
          <p:cNvPr id="5125" name="Rectangle 3">
            <a:extLst>
              <a:ext uri="{FF2B5EF4-FFF2-40B4-BE49-F238E27FC236}">
                <a16:creationId xmlns:a16="http://schemas.microsoft.com/office/drawing/2014/main" id="{319BE930-F3E5-44E7-AF94-2BE651367177}"/>
              </a:ext>
            </a:extLst>
          </p:cNvPr>
          <p:cNvSpPr>
            <a:spLocks noGrp="1" noChangeArrowheads="1"/>
          </p:cNvSpPr>
          <p:nvPr>
            <p:ph type="body" idx="1"/>
          </p:nvPr>
        </p:nvSpPr>
        <p:spPr>
          <a:xfrm>
            <a:off x="933450" y="4389438"/>
            <a:ext cx="5143500" cy="4156075"/>
          </a:xfrm>
          <a:noFill/>
        </p:spPr>
        <p:txBody>
          <a:bodyPr lIns="92769" tIns="46385" rIns="92769" bIns="46385"/>
          <a:lstStyle/>
          <a:p>
            <a:pPr eaLnBrk="1" hangingPunct="1"/>
            <a:endParaRPr lang="es-ES" altLang="en-US">
              <a:latin typeface="Arial" panose="020B0604020202020204" pitchFamily="34" charset="0"/>
            </a:endParaRPr>
          </a:p>
        </p:txBody>
      </p:sp>
    </p:spTree>
    <p:extLst>
      <p:ext uri="{BB962C8B-B14F-4D97-AF65-F5344CB8AC3E}">
        <p14:creationId xmlns:p14="http://schemas.microsoft.com/office/powerpoint/2010/main" val="23631558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866219F2-F265-4048-9278-209C5B1C5C01}"/>
              </a:ext>
            </a:extLst>
          </p:cNvPr>
          <p:cNvSpPr>
            <a:spLocks noGrp="1" noChangeArrowheads="1"/>
          </p:cNvSpPr>
          <p:nvPr>
            <p:ph type="sldNum" sz="quarter" idx="5"/>
          </p:nvPr>
        </p:nvSpPr>
        <p:spPr>
          <a:noFill/>
        </p:spPr>
        <p:txBody>
          <a:bodyPr/>
          <a:lstStyle>
            <a:lvl1pPr defTabSz="927100">
              <a:spcBef>
                <a:spcPct val="30000"/>
              </a:spcBef>
              <a:defRPr sz="1200">
                <a:solidFill>
                  <a:schemeClr val="tx1"/>
                </a:solidFill>
                <a:latin typeface="Arial" panose="020B0604020202020204" pitchFamily="34" charset="0"/>
              </a:defRPr>
            </a:lvl1pPr>
            <a:lvl2pPr marL="714375" indent="-274638" defTabSz="927100">
              <a:spcBef>
                <a:spcPct val="30000"/>
              </a:spcBef>
              <a:defRPr sz="1200">
                <a:solidFill>
                  <a:schemeClr val="tx1"/>
                </a:solidFill>
                <a:latin typeface="Arial" panose="020B0604020202020204" pitchFamily="34" charset="0"/>
              </a:defRPr>
            </a:lvl2pPr>
            <a:lvl3pPr marL="1098550" indent="-219075" defTabSz="927100">
              <a:spcBef>
                <a:spcPct val="30000"/>
              </a:spcBef>
              <a:defRPr sz="1200">
                <a:solidFill>
                  <a:schemeClr val="tx1"/>
                </a:solidFill>
                <a:latin typeface="Arial" panose="020B0604020202020204" pitchFamily="34" charset="0"/>
              </a:defRPr>
            </a:lvl3pPr>
            <a:lvl4pPr marL="1538288" indent="-219075" defTabSz="927100">
              <a:spcBef>
                <a:spcPct val="30000"/>
              </a:spcBef>
              <a:defRPr sz="1200">
                <a:solidFill>
                  <a:schemeClr val="tx1"/>
                </a:solidFill>
                <a:latin typeface="Arial" panose="020B0604020202020204" pitchFamily="34" charset="0"/>
              </a:defRPr>
            </a:lvl4pPr>
            <a:lvl5pPr marL="1978025" indent="-219075" defTabSz="927100">
              <a:spcBef>
                <a:spcPct val="30000"/>
              </a:spcBef>
              <a:defRPr sz="1200">
                <a:solidFill>
                  <a:schemeClr val="tx1"/>
                </a:solidFill>
                <a:latin typeface="Arial" panose="020B0604020202020204" pitchFamily="34" charset="0"/>
              </a:defRPr>
            </a:lvl5pPr>
            <a:lvl6pPr marL="2435225" indent="-219075" defTabSz="927100" eaLnBrk="0" fontAlgn="base" hangingPunct="0">
              <a:spcBef>
                <a:spcPct val="30000"/>
              </a:spcBef>
              <a:spcAft>
                <a:spcPct val="0"/>
              </a:spcAft>
              <a:defRPr sz="1200">
                <a:solidFill>
                  <a:schemeClr val="tx1"/>
                </a:solidFill>
                <a:latin typeface="Arial" panose="020B0604020202020204" pitchFamily="34" charset="0"/>
              </a:defRPr>
            </a:lvl6pPr>
            <a:lvl7pPr marL="2892425" indent="-219075" defTabSz="927100" eaLnBrk="0" fontAlgn="base" hangingPunct="0">
              <a:spcBef>
                <a:spcPct val="30000"/>
              </a:spcBef>
              <a:spcAft>
                <a:spcPct val="0"/>
              </a:spcAft>
              <a:defRPr sz="1200">
                <a:solidFill>
                  <a:schemeClr val="tx1"/>
                </a:solidFill>
                <a:latin typeface="Arial" panose="020B0604020202020204" pitchFamily="34" charset="0"/>
              </a:defRPr>
            </a:lvl7pPr>
            <a:lvl8pPr marL="3349625" indent="-219075" defTabSz="927100" eaLnBrk="0" fontAlgn="base" hangingPunct="0">
              <a:spcBef>
                <a:spcPct val="30000"/>
              </a:spcBef>
              <a:spcAft>
                <a:spcPct val="0"/>
              </a:spcAft>
              <a:defRPr sz="1200">
                <a:solidFill>
                  <a:schemeClr val="tx1"/>
                </a:solidFill>
                <a:latin typeface="Arial" panose="020B0604020202020204" pitchFamily="34" charset="0"/>
              </a:defRPr>
            </a:lvl8pPr>
            <a:lvl9pPr marL="3806825" indent="-219075" defTabSz="927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5AEABBD-4A1E-4CD5-991D-CA2C26094214}" type="slidenum">
              <a:rPr lang="en-US" altLang="en-US" sz="1300" smtClean="0"/>
              <a:pPr>
                <a:spcBef>
                  <a:spcPct val="0"/>
                </a:spcBef>
              </a:pPr>
              <a:t>51</a:t>
            </a:fld>
            <a:endParaRPr lang="en-US" altLang="en-US" sz="1300"/>
          </a:p>
        </p:txBody>
      </p:sp>
      <p:sp>
        <p:nvSpPr>
          <p:cNvPr id="5123" name="Rectangle 7">
            <a:extLst>
              <a:ext uri="{FF2B5EF4-FFF2-40B4-BE49-F238E27FC236}">
                <a16:creationId xmlns:a16="http://schemas.microsoft.com/office/drawing/2014/main" id="{FDFBAE36-82B1-4888-B903-AC5A7376B064}"/>
              </a:ext>
            </a:extLst>
          </p:cNvPr>
          <p:cNvSpPr txBox="1">
            <a:spLocks noGrp="1" noChangeArrowheads="1"/>
          </p:cNvSpPr>
          <p:nvPr/>
        </p:nvSpPr>
        <p:spPr bwMode="auto">
          <a:xfrm>
            <a:off x="3968750" y="8767763"/>
            <a:ext cx="304165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69" tIns="46385" rIns="92769" bIns="46385" anchor="b"/>
          <a:lstStyle>
            <a:lvl1pPr defTabSz="965200">
              <a:spcBef>
                <a:spcPct val="30000"/>
              </a:spcBef>
              <a:defRPr sz="12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Arial" panose="020B0604020202020204" pitchFamily="34" charset="0"/>
              </a:defRPr>
            </a:lvl2pPr>
            <a:lvl3pPr marL="1143000" indent="-228600" defTabSz="965200">
              <a:spcBef>
                <a:spcPct val="30000"/>
              </a:spcBef>
              <a:defRPr sz="1200">
                <a:solidFill>
                  <a:schemeClr val="tx1"/>
                </a:solidFill>
                <a:latin typeface="Arial" panose="020B0604020202020204" pitchFamily="34" charset="0"/>
              </a:defRPr>
            </a:lvl3pPr>
            <a:lvl4pPr marL="1600200" indent="-228600" defTabSz="965200">
              <a:spcBef>
                <a:spcPct val="30000"/>
              </a:spcBef>
              <a:defRPr sz="1200">
                <a:solidFill>
                  <a:schemeClr val="tx1"/>
                </a:solidFill>
                <a:latin typeface="Arial" panose="020B0604020202020204" pitchFamily="34" charset="0"/>
              </a:defRPr>
            </a:lvl4pPr>
            <a:lvl5pPr marL="2057400" indent="-228600" defTabSz="965200">
              <a:spcBef>
                <a:spcPct val="30000"/>
              </a:spcBef>
              <a:defRPr sz="1200">
                <a:solidFill>
                  <a:schemeClr val="tx1"/>
                </a:solidFill>
                <a:latin typeface="Arial" panose="020B0604020202020204" pitchFamily="34" charset="0"/>
              </a:defRPr>
            </a:lvl5pPr>
            <a:lvl6pPr marL="2514600" indent="-228600" defTabSz="965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5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5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5200" eaLnBrk="0" fontAlgn="base" hangingPunct="0">
              <a:spcBef>
                <a:spcPct val="30000"/>
              </a:spcBef>
              <a:spcAft>
                <a:spcPct val="0"/>
              </a:spcAft>
              <a:defRPr sz="1200">
                <a:solidFill>
                  <a:schemeClr val="tx1"/>
                </a:solidFill>
                <a:latin typeface="Arial" panose="020B0604020202020204" pitchFamily="34" charset="0"/>
              </a:defRPr>
            </a:lvl9pPr>
          </a:lstStyle>
          <a:p>
            <a:pPr algn="r">
              <a:spcBef>
                <a:spcPct val="0"/>
              </a:spcBef>
            </a:pPr>
            <a:fld id="{087FE17B-1E3D-4CBB-BA33-E370B9F03936}" type="slidenum">
              <a:rPr lang="en-US" altLang="en-US">
                <a:latin typeface="Times New Roman" panose="02020603050405020304" pitchFamily="18" charset="0"/>
              </a:rPr>
              <a:pPr algn="r">
                <a:spcBef>
                  <a:spcPct val="0"/>
                </a:spcBef>
              </a:pPr>
              <a:t>51</a:t>
            </a:fld>
            <a:endParaRPr lang="en-US" altLang="en-US">
              <a:latin typeface="Times New Roman" panose="02020603050405020304" pitchFamily="18" charset="0"/>
            </a:endParaRPr>
          </a:p>
        </p:txBody>
      </p:sp>
      <p:sp>
        <p:nvSpPr>
          <p:cNvPr id="5124" name="Rectangle 2">
            <a:extLst>
              <a:ext uri="{FF2B5EF4-FFF2-40B4-BE49-F238E27FC236}">
                <a16:creationId xmlns:a16="http://schemas.microsoft.com/office/drawing/2014/main" id="{06D53540-7A80-4A1D-8AAA-2264949B95F1}"/>
              </a:ext>
            </a:extLst>
          </p:cNvPr>
          <p:cNvSpPr>
            <a:spLocks noGrp="1" noRot="1" noChangeAspect="1" noChangeArrowheads="1" noTextEdit="1"/>
          </p:cNvSpPr>
          <p:nvPr>
            <p:ph type="sldImg"/>
          </p:nvPr>
        </p:nvSpPr>
        <p:spPr>
          <a:xfrm>
            <a:off x="427038" y="690563"/>
            <a:ext cx="6157912" cy="3465512"/>
          </a:xfrm>
          <a:ln/>
        </p:spPr>
      </p:sp>
      <p:sp>
        <p:nvSpPr>
          <p:cNvPr id="5125" name="Rectangle 3">
            <a:extLst>
              <a:ext uri="{FF2B5EF4-FFF2-40B4-BE49-F238E27FC236}">
                <a16:creationId xmlns:a16="http://schemas.microsoft.com/office/drawing/2014/main" id="{319BE930-F3E5-44E7-AF94-2BE651367177}"/>
              </a:ext>
            </a:extLst>
          </p:cNvPr>
          <p:cNvSpPr>
            <a:spLocks noGrp="1" noChangeArrowheads="1"/>
          </p:cNvSpPr>
          <p:nvPr>
            <p:ph type="body" idx="1"/>
          </p:nvPr>
        </p:nvSpPr>
        <p:spPr>
          <a:xfrm>
            <a:off x="933450" y="4389438"/>
            <a:ext cx="5143500" cy="4156075"/>
          </a:xfrm>
          <a:noFill/>
        </p:spPr>
        <p:txBody>
          <a:bodyPr lIns="92769" tIns="46385" rIns="92769" bIns="46385"/>
          <a:lstStyle/>
          <a:p>
            <a:pPr eaLnBrk="1" hangingPunct="1"/>
            <a:endParaRPr lang="es-ES" altLang="en-US">
              <a:latin typeface="Arial" panose="020B0604020202020204" pitchFamily="34" charset="0"/>
            </a:endParaRPr>
          </a:p>
        </p:txBody>
      </p:sp>
    </p:spTree>
    <p:extLst>
      <p:ext uri="{BB962C8B-B14F-4D97-AF65-F5344CB8AC3E}">
        <p14:creationId xmlns:p14="http://schemas.microsoft.com/office/powerpoint/2010/main" val="25209525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D0DFBA06-1A5B-417D-81E2-B67DFF1ACBD0}"/>
              </a:ext>
            </a:extLst>
          </p:cNvPr>
          <p:cNvSpPr>
            <a:spLocks noGrp="1" noChangeArrowheads="1"/>
          </p:cNvSpPr>
          <p:nvPr>
            <p:ph type="sldNum" sz="quarter" idx="5"/>
          </p:nvPr>
        </p:nvSpPr>
        <p:spPr>
          <a:noFill/>
        </p:spPr>
        <p:txBody>
          <a:bodyPr/>
          <a:lstStyle>
            <a:lvl1pPr defTabSz="927100">
              <a:spcBef>
                <a:spcPct val="30000"/>
              </a:spcBef>
              <a:defRPr sz="1200">
                <a:solidFill>
                  <a:schemeClr val="tx1"/>
                </a:solidFill>
                <a:latin typeface="Arial" panose="020B0604020202020204" pitchFamily="34" charset="0"/>
              </a:defRPr>
            </a:lvl1pPr>
            <a:lvl2pPr marL="714375" indent="-274638" defTabSz="927100">
              <a:spcBef>
                <a:spcPct val="30000"/>
              </a:spcBef>
              <a:defRPr sz="1200">
                <a:solidFill>
                  <a:schemeClr val="tx1"/>
                </a:solidFill>
                <a:latin typeface="Arial" panose="020B0604020202020204" pitchFamily="34" charset="0"/>
              </a:defRPr>
            </a:lvl2pPr>
            <a:lvl3pPr marL="1098550" indent="-219075" defTabSz="927100">
              <a:spcBef>
                <a:spcPct val="30000"/>
              </a:spcBef>
              <a:defRPr sz="1200">
                <a:solidFill>
                  <a:schemeClr val="tx1"/>
                </a:solidFill>
                <a:latin typeface="Arial" panose="020B0604020202020204" pitchFamily="34" charset="0"/>
              </a:defRPr>
            </a:lvl3pPr>
            <a:lvl4pPr marL="1538288" indent="-219075" defTabSz="927100">
              <a:spcBef>
                <a:spcPct val="30000"/>
              </a:spcBef>
              <a:defRPr sz="1200">
                <a:solidFill>
                  <a:schemeClr val="tx1"/>
                </a:solidFill>
                <a:latin typeface="Arial" panose="020B0604020202020204" pitchFamily="34" charset="0"/>
              </a:defRPr>
            </a:lvl4pPr>
            <a:lvl5pPr marL="1978025" indent="-219075" defTabSz="927100">
              <a:spcBef>
                <a:spcPct val="30000"/>
              </a:spcBef>
              <a:defRPr sz="1200">
                <a:solidFill>
                  <a:schemeClr val="tx1"/>
                </a:solidFill>
                <a:latin typeface="Arial" panose="020B0604020202020204" pitchFamily="34" charset="0"/>
              </a:defRPr>
            </a:lvl5pPr>
            <a:lvl6pPr marL="2435225" indent="-219075" defTabSz="927100" eaLnBrk="0" fontAlgn="base" hangingPunct="0">
              <a:spcBef>
                <a:spcPct val="30000"/>
              </a:spcBef>
              <a:spcAft>
                <a:spcPct val="0"/>
              </a:spcAft>
              <a:defRPr sz="1200">
                <a:solidFill>
                  <a:schemeClr val="tx1"/>
                </a:solidFill>
                <a:latin typeface="Arial" panose="020B0604020202020204" pitchFamily="34" charset="0"/>
              </a:defRPr>
            </a:lvl6pPr>
            <a:lvl7pPr marL="2892425" indent="-219075" defTabSz="927100" eaLnBrk="0" fontAlgn="base" hangingPunct="0">
              <a:spcBef>
                <a:spcPct val="30000"/>
              </a:spcBef>
              <a:spcAft>
                <a:spcPct val="0"/>
              </a:spcAft>
              <a:defRPr sz="1200">
                <a:solidFill>
                  <a:schemeClr val="tx1"/>
                </a:solidFill>
                <a:latin typeface="Arial" panose="020B0604020202020204" pitchFamily="34" charset="0"/>
              </a:defRPr>
            </a:lvl7pPr>
            <a:lvl8pPr marL="3349625" indent="-219075" defTabSz="927100" eaLnBrk="0" fontAlgn="base" hangingPunct="0">
              <a:spcBef>
                <a:spcPct val="30000"/>
              </a:spcBef>
              <a:spcAft>
                <a:spcPct val="0"/>
              </a:spcAft>
              <a:defRPr sz="1200">
                <a:solidFill>
                  <a:schemeClr val="tx1"/>
                </a:solidFill>
                <a:latin typeface="Arial" panose="020B0604020202020204" pitchFamily="34" charset="0"/>
              </a:defRPr>
            </a:lvl8pPr>
            <a:lvl9pPr marL="3806825" indent="-219075" defTabSz="927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4727C80-6D63-4728-9ED8-3DD2711030C8}" type="slidenum">
              <a:rPr lang="en-US" altLang="en-US" sz="1300" smtClean="0"/>
              <a:pPr>
                <a:spcBef>
                  <a:spcPct val="0"/>
                </a:spcBef>
              </a:pPr>
              <a:t>52</a:t>
            </a:fld>
            <a:endParaRPr lang="en-US" altLang="en-US" sz="1300"/>
          </a:p>
        </p:txBody>
      </p:sp>
      <p:sp>
        <p:nvSpPr>
          <p:cNvPr id="53251" name="Rectangle 7">
            <a:extLst>
              <a:ext uri="{FF2B5EF4-FFF2-40B4-BE49-F238E27FC236}">
                <a16:creationId xmlns:a16="http://schemas.microsoft.com/office/drawing/2014/main" id="{99780CA4-6DC5-4D55-9878-44BF484C751D}"/>
              </a:ext>
            </a:extLst>
          </p:cNvPr>
          <p:cNvSpPr txBox="1">
            <a:spLocks noGrp="1" noChangeArrowheads="1"/>
          </p:cNvSpPr>
          <p:nvPr/>
        </p:nvSpPr>
        <p:spPr bwMode="auto">
          <a:xfrm>
            <a:off x="3970338" y="8769350"/>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2632" tIns="46315" rIns="92632" bIns="46315" anchor="b"/>
          <a:lstStyle>
            <a:lvl1pPr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1pPr>
            <a:lvl2pPr marL="742950" indent="-28575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2pPr>
            <a:lvl3pPr marL="11430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3pPr>
            <a:lvl4pPr marL="16002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4pPr>
            <a:lvl5pPr marL="20574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5pPr>
            <a:lvl6pPr marL="25146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6pPr>
            <a:lvl7pPr marL="29718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7pPr>
            <a:lvl8pPr marL="34290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8pPr>
            <a:lvl9pPr marL="38862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9pPr>
          </a:lstStyle>
          <a:p>
            <a:pPr algn="r">
              <a:spcBef>
                <a:spcPct val="0"/>
              </a:spcBef>
              <a:buClr>
                <a:srgbClr val="002285"/>
              </a:buClr>
              <a:buFont typeface="Times New Roman" panose="02020603050405020304" pitchFamily="18" charset="0"/>
              <a:buNone/>
            </a:pPr>
            <a:fld id="{080B0F9D-21C1-4031-A748-DAD56FB35F26}" type="slidenum">
              <a:rPr lang="en-GB" altLang="en-US">
                <a:solidFill>
                  <a:srgbClr val="000000"/>
                </a:solidFill>
                <a:latin typeface="Times New Roman" panose="02020603050405020304" pitchFamily="18" charset="0"/>
                <a:cs typeface="Lucida Sans Unicode" panose="020B0602030504020204" pitchFamily="34" charset="0"/>
              </a:rPr>
              <a:pPr algn="r">
                <a:spcBef>
                  <a:spcPct val="0"/>
                </a:spcBef>
                <a:buClr>
                  <a:srgbClr val="002285"/>
                </a:buClr>
                <a:buFont typeface="Times New Roman" panose="02020603050405020304" pitchFamily="18" charset="0"/>
                <a:buNone/>
              </a:pPr>
              <a:t>52</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53252" name="Text Box 2">
            <a:extLst>
              <a:ext uri="{FF2B5EF4-FFF2-40B4-BE49-F238E27FC236}">
                <a16:creationId xmlns:a16="http://schemas.microsoft.com/office/drawing/2014/main" id="{64CBBEBE-3BC9-4496-9D59-32C0EA5C0C40}"/>
              </a:ext>
            </a:extLst>
          </p:cNvPr>
          <p:cNvSpPr txBox="1">
            <a:spLocks noChangeArrowheads="1"/>
          </p:cNvSpPr>
          <p:nvPr/>
        </p:nvSpPr>
        <p:spPr bwMode="auto">
          <a:xfrm>
            <a:off x="1206500" y="690563"/>
            <a:ext cx="4600575" cy="3465512"/>
          </a:xfrm>
          <a:prstGeom prst="rect">
            <a:avLst/>
          </a:prstGeom>
          <a:solidFill>
            <a:srgbClr val="FFFFFF"/>
          </a:solidFill>
          <a:ln w="9360">
            <a:solidFill>
              <a:srgbClr val="000000"/>
            </a:solidFill>
            <a:miter lim="800000"/>
            <a:headEnd/>
            <a:tailEnd/>
          </a:ln>
        </p:spPr>
        <p:txBody>
          <a:bodyPr wrap="none" lIns="87803" tIns="43902" rIns="87803" bIns="43902" anchor="ctr"/>
          <a:lstStyle>
            <a:lvl1pPr defTabSz="457200">
              <a:spcBef>
                <a:spcPct val="30000"/>
              </a:spcBef>
              <a:defRPr sz="1200">
                <a:solidFill>
                  <a:schemeClr val="tx1"/>
                </a:solidFill>
                <a:latin typeface="Arial" panose="020B0604020202020204" pitchFamily="34" charset="0"/>
              </a:defRPr>
            </a:lvl1pPr>
            <a:lvl2pPr marL="742950" indent="-285750" defTabSz="457200">
              <a:spcBef>
                <a:spcPct val="30000"/>
              </a:spcBef>
              <a:defRPr sz="1200">
                <a:solidFill>
                  <a:schemeClr val="tx1"/>
                </a:solidFill>
                <a:latin typeface="Arial" panose="020B0604020202020204" pitchFamily="34" charset="0"/>
              </a:defRPr>
            </a:lvl2pPr>
            <a:lvl3pPr marL="1143000" indent="-228600" defTabSz="457200">
              <a:spcBef>
                <a:spcPct val="30000"/>
              </a:spcBef>
              <a:defRPr sz="1200">
                <a:solidFill>
                  <a:schemeClr val="tx1"/>
                </a:solidFill>
                <a:latin typeface="Arial" panose="020B0604020202020204" pitchFamily="34" charset="0"/>
              </a:defRPr>
            </a:lvl3pPr>
            <a:lvl4pPr marL="1600200" indent="-228600" defTabSz="457200">
              <a:spcBef>
                <a:spcPct val="30000"/>
              </a:spcBef>
              <a:defRPr sz="1200">
                <a:solidFill>
                  <a:schemeClr val="tx1"/>
                </a:solidFill>
                <a:latin typeface="Arial" panose="020B0604020202020204" pitchFamily="34" charset="0"/>
              </a:defRPr>
            </a:lvl4pPr>
            <a:lvl5pPr marL="2057400" indent="-228600" defTabSz="457200">
              <a:spcBef>
                <a:spcPct val="30000"/>
              </a:spcBef>
              <a:defRPr sz="1200">
                <a:solidFill>
                  <a:schemeClr val="tx1"/>
                </a:solidFill>
                <a:latin typeface="Arial" panose="020B0604020202020204" pitchFamily="34" charset="0"/>
              </a:defRPr>
            </a:lvl5pPr>
            <a:lvl6pPr marL="2514600" indent="-228600" defTabSz="457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457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457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457200" eaLnBrk="0" fontAlgn="base" hangingPunct="0">
              <a:spcBef>
                <a:spcPct val="30000"/>
              </a:spcBef>
              <a:spcAft>
                <a:spcPct val="0"/>
              </a:spcAft>
              <a:defRPr sz="1200">
                <a:solidFill>
                  <a:schemeClr val="tx1"/>
                </a:solidFill>
                <a:latin typeface="Arial" panose="020B0604020202020204" pitchFamily="34" charset="0"/>
              </a:defRPr>
            </a:lvl9pPr>
          </a:lstStyle>
          <a:p>
            <a:pPr>
              <a:lnSpc>
                <a:spcPct val="95000"/>
              </a:lnSpc>
              <a:spcBef>
                <a:spcPct val="0"/>
              </a:spcBef>
              <a:buClr>
                <a:srgbClr val="003399"/>
              </a:buClr>
              <a:buFont typeface="Times New Roman" panose="02020603050405020304" pitchFamily="18" charset="0"/>
              <a:buNone/>
            </a:pPr>
            <a:endParaRPr lang="es-ES" altLang="en-US" sz="2300">
              <a:solidFill>
                <a:schemeClr val="bg1"/>
              </a:solidFill>
              <a:latin typeface="Times New Roman" panose="02020603050405020304" pitchFamily="18" charset="0"/>
              <a:cs typeface="Lucida Sans Unicode" panose="020B0602030504020204" pitchFamily="34" charset="0"/>
            </a:endParaRPr>
          </a:p>
        </p:txBody>
      </p:sp>
      <p:sp>
        <p:nvSpPr>
          <p:cNvPr id="53253" name="Rectangle 3">
            <a:extLst>
              <a:ext uri="{FF2B5EF4-FFF2-40B4-BE49-F238E27FC236}">
                <a16:creationId xmlns:a16="http://schemas.microsoft.com/office/drawing/2014/main" id="{1DE6BD56-9718-4E23-B476-3A4C1C7F6316}"/>
              </a:ext>
            </a:extLst>
          </p:cNvPr>
          <p:cNvSpPr>
            <a:spLocks noGrp="1" noChangeArrowheads="1"/>
          </p:cNvSpPr>
          <p:nvPr>
            <p:ph type="body"/>
          </p:nvPr>
        </p:nvSpPr>
        <p:spPr>
          <a:xfrm>
            <a:off x="933450" y="4389438"/>
            <a:ext cx="5141913" cy="4156075"/>
          </a:xfrm>
          <a:noFill/>
        </p:spPr>
        <p:txBody>
          <a:bodyPr wrap="none" lIns="92632" tIns="46315" rIns="92632" bIns="46315" anchor="ctr"/>
          <a:lstStyle/>
          <a:p>
            <a:pPr eaLnBrk="1" hangingPunct="1"/>
            <a:endParaRPr lang="es-ES" altLang="en-US">
              <a:latin typeface="Arial" panose="020B0604020202020204" pitchFamily="34" charset="0"/>
            </a:endParaRPr>
          </a:p>
        </p:txBody>
      </p:sp>
    </p:spTree>
    <p:extLst>
      <p:ext uri="{BB962C8B-B14F-4D97-AF65-F5344CB8AC3E}">
        <p14:creationId xmlns:p14="http://schemas.microsoft.com/office/powerpoint/2010/main" val="1031119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D0DFBA06-1A5B-417D-81E2-B67DFF1ACBD0}"/>
              </a:ext>
            </a:extLst>
          </p:cNvPr>
          <p:cNvSpPr>
            <a:spLocks noGrp="1" noChangeArrowheads="1"/>
          </p:cNvSpPr>
          <p:nvPr>
            <p:ph type="sldNum" sz="quarter" idx="5"/>
          </p:nvPr>
        </p:nvSpPr>
        <p:spPr>
          <a:noFill/>
        </p:spPr>
        <p:txBody>
          <a:bodyPr/>
          <a:lstStyle>
            <a:lvl1pPr defTabSz="927100">
              <a:spcBef>
                <a:spcPct val="30000"/>
              </a:spcBef>
              <a:defRPr sz="1200">
                <a:solidFill>
                  <a:schemeClr val="tx1"/>
                </a:solidFill>
                <a:latin typeface="Arial" panose="020B0604020202020204" pitchFamily="34" charset="0"/>
              </a:defRPr>
            </a:lvl1pPr>
            <a:lvl2pPr marL="714375" indent="-274638" defTabSz="927100">
              <a:spcBef>
                <a:spcPct val="30000"/>
              </a:spcBef>
              <a:defRPr sz="1200">
                <a:solidFill>
                  <a:schemeClr val="tx1"/>
                </a:solidFill>
                <a:latin typeface="Arial" panose="020B0604020202020204" pitchFamily="34" charset="0"/>
              </a:defRPr>
            </a:lvl2pPr>
            <a:lvl3pPr marL="1098550" indent="-219075" defTabSz="927100">
              <a:spcBef>
                <a:spcPct val="30000"/>
              </a:spcBef>
              <a:defRPr sz="1200">
                <a:solidFill>
                  <a:schemeClr val="tx1"/>
                </a:solidFill>
                <a:latin typeface="Arial" panose="020B0604020202020204" pitchFamily="34" charset="0"/>
              </a:defRPr>
            </a:lvl3pPr>
            <a:lvl4pPr marL="1538288" indent="-219075" defTabSz="927100">
              <a:spcBef>
                <a:spcPct val="30000"/>
              </a:spcBef>
              <a:defRPr sz="1200">
                <a:solidFill>
                  <a:schemeClr val="tx1"/>
                </a:solidFill>
                <a:latin typeface="Arial" panose="020B0604020202020204" pitchFamily="34" charset="0"/>
              </a:defRPr>
            </a:lvl4pPr>
            <a:lvl5pPr marL="1978025" indent="-219075" defTabSz="927100">
              <a:spcBef>
                <a:spcPct val="30000"/>
              </a:spcBef>
              <a:defRPr sz="1200">
                <a:solidFill>
                  <a:schemeClr val="tx1"/>
                </a:solidFill>
                <a:latin typeface="Arial" panose="020B0604020202020204" pitchFamily="34" charset="0"/>
              </a:defRPr>
            </a:lvl5pPr>
            <a:lvl6pPr marL="2435225" indent="-219075" defTabSz="927100" eaLnBrk="0" fontAlgn="base" hangingPunct="0">
              <a:spcBef>
                <a:spcPct val="30000"/>
              </a:spcBef>
              <a:spcAft>
                <a:spcPct val="0"/>
              </a:spcAft>
              <a:defRPr sz="1200">
                <a:solidFill>
                  <a:schemeClr val="tx1"/>
                </a:solidFill>
                <a:latin typeface="Arial" panose="020B0604020202020204" pitchFamily="34" charset="0"/>
              </a:defRPr>
            </a:lvl6pPr>
            <a:lvl7pPr marL="2892425" indent="-219075" defTabSz="927100" eaLnBrk="0" fontAlgn="base" hangingPunct="0">
              <a:spcBef>
                <a:spcPct val="30000"/>
              </a:spcBef>
              <a:spcAft>
                <a:spcPct val="0"/>
              </a:spcAft>
              <a:defRPr sz="1200">
                <a:solidFill>
                  <a:schemeClr val="tx1"/>
                </a:solidFill>
                <a:latin typeface="Arial" panose="020B0604020202020204" pitchFamily="34" charset="0"/>
              </a:defRPr>
            </a:lvl7pPr>
            <a:lvl8pPr marL="3349625" indent="-219075" defTabSz="927100" eaLnBrk="0" fontAlgn="base" hangingPunct="0">
              <a:spcBef>
                <a:spcPct val="30000"/>
              </a:spcBef>
              <a:spcAft>
                <a:spcPct val="0"/>
              </a:spcAft>
              <a:defRPr sz="1200">
                <a:solidFill>
                  <a:schemeClr val="tx1"/>
                </a:solidFill>
                <a:latin typeface="Arial" panose="020B0604020202020204" pitchFamily="34" charset="0"/>
              </a:defRPr>
            </a:lvl8pPr>
            <a:lvl9pPr marL="3806825" indent="-219075" defTabSz="927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4727C80-6D63-4728-9ED8-3DD2711030C8}" type="slidenum">
              <a:rPr lang="en-US" altLang="en-US" sz="1300" smtClean="0"/>
              <a:pPr>
                <a:spcBef>
                  <a:spcPct val="0"/>
                </a:spcBef>
              </a:pPr>
              <a:t>53</a:t>
            </a:fld>
            <a:endParaRPr lang="en-US" altLang="en-US" sz="1300"/>
          </a:p>
        </p:txBody>
      </p:sp>
      <p:sp>
        <p:nvSpPr>
          <p:cNvPr id="53251" name="Rectangle 7">
            <a:extLst>
              <a:ext uri="{FF2B5EF4-FFF2-40B4-BE49-F238E27FC236}">
                <a16:creationId xmlns:a16="http://schemas.microsoft.com/office/drawing/2014/main" id="{99780CA4-6DC5-4D55-9878-44BF484C751D}"/>
              </a:ext>
            </a:extLst>
          </p:cNvPr>
          <p:cNvSpPr txBox="1">
            <a:spLocks noGrp="1" noChangeArrowheads="1"/>
          </p:cNvSpPr>
          <p:nvPr/>
        </p:nvSpPr>
        <p:spPr bwMode="auto">
          <a:xfrm>
            <a:off x="3970338" y="8769350"/>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2632" tIns="46315" rIns="92632" bIns="46315" anchor="b"/>
          <a:lstStyle>
            <a:lvl1pPr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1pPr>
            <a:lvl2pPr marL="742950" indent="-28575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2pPr>
            <a:lvl3pPr marL="11430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3pPr>
            <a:lvl4pPr marL="16002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4pPr>
            <a:lvl5pPr marL="20574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5pPr>
            <a:lvl6pPr marL="25146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6pPr>
            <a:lvl7pPr marL="29718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7pPr>
            <a:lvl8pPr marL="34290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8pPr>
            <a:lvl9pPr marL="38862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9pPr>
          </a:lstStyle>
          <a:p>
            <a:pPr algn="r">
              <a:spcBef>
                <a:spcPct val="0"/>
              </a:spcBef>
              <a:buClr>
                <a:srgbClr val="002285"/>
              </a:buClr>
              <a:buFont typeface="Times New Roman" panose="02020603050405020304" pitchFamily="18" charset="0"/>
              <a:buNone/>
            </a:pPr>
            <a:fld id="{080B0F9D-21C1-4031-A748-DAD56FB35F26}" type="slidenum">
              <a:rPr lang="en-GB" altLang="en-US">
                <a:solidFill>
                  <a:srgbClr val="000000"/>
                </a:solidFill>
                <a:latin typeface="Times New Roman" panose="02020603050405020304" pitchFamily="18" charset="0"/>
                <a:cs typeface="Lucida Sans Unicode" panose="020B0602030504020204" pitchFamily="34" charset="0"/>
              </a:rPr>
              <a:pPr algn="r">
                <a:spcBef>
                  <a:spcPct val="0"/>
                </a:spcBef>
                <a:buClr>
                  <a:srgbClr val="002285"/>
                </a:buClr>
                <a:buFont typeface="Times New Roman" panose="02020603050405020304" pitchFamily="18" charset="0"/>
                <a:buNone/>
              </a:pPr>
              <a:t>53</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53252" name="Text Box 2">
            <a:extLst>
              <a:ext uri="{FF2B5EF4-FFF2-40B4-BE49-F238E27FC236}">
                <a16:creationId xmlns:a16="http://schemas.microsoft.com/office/drawing/2014/main" id="{64CBBEBE-3BC9-4496-9D59-32C0EA5C0C40}"/>
              </a:ext>
            </a:extLst>
          </p:cNvPr>
          <p:cNvSpPr txBox="1">
            <a:spLocks noChangeArrowheads="1"/>
          </p:cNvSpPr>
          <p:nvPr/>
        </p:nvSpPr>
        <p:spPr bwMode="auto">
          <a:xfrm>
            <a:off x="1206500" y="690563"/>
            <a:ext cx="4600575" cy="3465512"/>
          </a:xfrm>
          <a:prstGeom prst="rect">
            <a:avLst/>
          </a:prstGeom>
          <a:solidFill>
            <a:srgbClr val="FFFFFF"/>
          </a:solidFill>
          <a:ln w="9360">
            <a:solidFill>
              <a:srgbClr val="000000"/>
            </a:solidFill>
            <a:miter lim="800000"/>
            <a:headEnd/>
            <a:tailEnd/>
          </a:ln>
        </p:spPr>
        <p:txBody>
          <a:bodyPr wrap="none" lIns="87803" tIns="43902" rIns="87803" bIns="43902" anchor="ctr"/>
          <a:lstStyle>
            <a:lvl1pPr defTabSz="457200">
              <a:spcBef>
                <a:spcPct val="30000"/>
              </a:spcBef>
              <a:defRPr sz="1200">
                <a:solidFill>
                  <a:schemeClr val="tx1"/>
                </a:solidFill>
                <a:latin typeface="Arial" panose="020B0604020202020204" pitchFamily="34" charset="0"/>
              </a:defRPr>
            </a:lvl1pPr>
            <a:lvl2pPr marL="742950" indent="-285750" defTabSz="457200">
              <a:spcBef>
                <a:spcPct val="30000"/>
              </a:spcBef>
              <a:defRPr sz="1200">
                <a:solidFill>
                  <a:schemeClr val="tx1"/>
                </a:solidFill>
                <a:latin typeface="Arial" panose="020B0604020202020204" pitchFamily="34" charset="0"/>
              </a:defRPr>
            </a:lvl2pPr>
            <a:lvl3pPr marL="1143000" indent="-228600" defTabSz="457200">
              <a:spcBef>
                <a:spcPct val="30000"/>
              </a:spcBef>
              <a:defRPr sz="1200">
                <a:solidFill>
                  <a:schemeClr val="tx1"/>
                </a:solidFill>
                <a:latin typeface="Arial" panose="020B0604020202020204" pitchFamily="34" charset="0"/>
              </a:defRPr>
            </a:lvl3pPr>
            <a:lvl4pPr marL="1600200" indent="-228600" defTabSz="457200">
              <a:spcBef>
                <a:spcPct val="30000"/>
              </a:spcBef>
              <a:defRPr sz="1200">
                <a:solidFill>
                  <a:schemeClr val="tx1"/>
                </a:solidFill>
                <a:latin typeface="Arial" panose="020B0604020202020204" pitchFamily="34" charset="0"/>
              </a:defRPr>
            </a:lvl4pPr>
            <a:lvl5pPr marL="2057400" indent="-228600" defTabSz="457200">
              <a:spcBef>
                <a:spcPct val="30000"/>
              </a:spcBef>
              <a:defRPr sz="1200">
                <a:solidFill>
                  <a:schemeClr val="tx1"/>
                </a:solidFill>
                <a:latin typeface="Arial" panose="020B0604020202020204" pitchFamily="34" charset="0"/>
              </a:defRPr>
            </a:lvl5pPr>
            <a:lvl6pPr marL="2514600" indent="-228600" defTabSz="457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457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457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457200" eaLnBrk="0" fontAlgn="base" hangingPunct="0">
              <a:spcBef>
                <a:spcPct val="30000"/>
              </a:spcBef>
              <a:spcAft>
                <a:spcPct val="0"/>
              </a:spcAft>
              <a:defRPr sz="1200">
                <a:solidFill>
                  <a:schemeClr val="tx1"/>
                </a:solidFill>
                <a:latin typeface="Arial" panose="020B0604020202020204" pitchFamily="34" charset="0"/>
              </a:defRPr>
            </a:lvl9pPr>
          </a:lstStyle>
          <a:p>
            <a:pPr>
              <a:lnSpc>
                <a:spcPct val="95000"/>
              </a:lnSpc>
              <a:spcBef>
                <a:spcPct val="0"/>
              </a:spcBef>
              <a:buClr>
                <a:srgbClr val="003399"/>
              </a:buClr>
              <a:buFont typeface="Times New Roman" panose="02020603050405020304" pitchFamily="18" charset="0"/>
              <a:buNone/>
            </a:pPr>
            <a:endParaRPr lang="es-ES" altLang="en-US" sz="2300">
              <a:solidFill>
                <a:schemeClr val="bg1"/>
              </a:solidFill>
              <a:latin typeface="Times New Roman" panose="02020603050405020304" pitchFamily="18" charset="0"/>
              <a:cs typeface="Lucida Sans Unicode" panose="020B0602030504020204" pitchFamily="34" charset="0"/>
            </a:endParaRPr>
          </a:p>
        </p:txBody>
      </p:sp>
      <p:sp>
        <p:nvSpPr>
          <p:cNvPr id="53253" name="Rectangle 3">
            <a:extLst>
              <a:ext uri="{FF2B5EF4-FFF2-40B4-BE49-F238E27FC236}">
                <a16:creationId xmlns:a16="http://schemas.microsoft.com/office/drawing/2014/main" id="{1DE6BD56-9718-4E23-B476-3A4C1C7F6316}"/>
              </a:ext>
            </a:extLst>
          </p:cNvPr>
          <p:cNvSpPr>
            <a:spLocks noGrp="1" noChangeArrowheads="1"/>
          </p:cNvSpPr>
          <p:nvPr>
            <p:ph type="body"/>
          </p:nvPr>
        </p:nvSpPr>
        <p:spPr>
          <a:xfrm>
            <a:off x="933450" y="4389438"/>
            <a:ext cx="5141913" cy="4156075"/>
          </a:xfrm>
          <a:noFill/>
        </p:spPr>
        <p:txBody>
          <a:bodyPr wrap="none" lIns="92632" tIns="46315" rIns="92632" bIns="46315" anchor="ctr"/>
          <a:lstStyle/>
          <a:p>
            <a:pPr eaLnBrk="1" hangingPunct="1"/>
            <a:endParaRPr lang="es-ES" altLang="en-US">
              <a:latin typeface="Arial" panose="020B0604020202020204" pitchFamily="34" charset="0"/>
            </a:endParaRPr>
          </a:p>
        </p:txBody>
      </p:sp>
    </p:spTree>
    <p:extLst>
      <p:ext uri="{BB962C8B-B14F-4D97-AF65-F5344CB8AC3E}">
        <p14:creationId xmlns:p14="http://schemas.microsoft.com/office/powerpoint/2010/main" val="5653245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D0DFBA06-1A5B-417D-81E2-B67DFF1ACBD0}"/>
              </a:ext>
            </a:extLst>
          </p:cNvPr>
          <p:cNvSpPr>
            <a:spLocks noGrp="1" noChangeArrowheads="1"/>
          </p:cNvSpPr>
          <p:nvPr>
            <p:ph type="sldNum" sz="quarter" idx="5"/>
          </p:nvPr>
        </p:nvSpPr>
        <p:spPr>
          <a:noFill/>
        </p:spPr>
        <p:txBody>
          <a:bodyPr/>
          <a:lstStyle>
            <a:lvl1pPr defTabSz="927100">
              <a:spcBef>
                <a:spcPct val="30000"/>
              </a:spcBef>
              <a:defRPr sz="1200">
                <a:solidFill>
                  <a:schemeClr val="tx1"/>
                </a:solidFill>
                <a:latin typeface="Arial" panose="020B0604020202020204" pitchFamily="34" charset="0"/>
              </a:defRPr>
            </a:lvl1pPr>
            <a:lvl2pPr marL="714375" indent="-274638" defTabSz="927100">
              <a:spcBef>
                <a:spcPct val="30000"/>
              </a:spcBef>
              <a:defRPr sz="1200">
                <a:solidFill>
                  <a:schemeClr val="tx1"/>
                </a:solidFill>
                <a:latin typeface="Arial" panose="020B0604020202020204" pitchFamily="34" charset="0"/>
              </a:defRPr>
            </a:lvl2pPr>
            <a:lvl3pPr marL="1098550" indent="-219075" defTabSz="927100">
              <a:spcBef>
                <a:spcPct val="30000"/>
              </a:spcBef>
              <a:defRPr sz="1200">
                <a:solidFill>
                  <a:schemeClr val="tx1"/>
                </a:solidFill>
                <a:latin typeface="Arial" panose="020B0604020202020204" pitchFamily="34" charset="0"/>
              </a:defRPr>
            </a:lvl3pPr>
            <a:lvl4pPr marL="1538288" indent="-219075" defTabSz="927100">
              <a:spcBef>
                <a:spcPct val="30000"/>
              </a:spcBef>
              <a:defRPr sz="1200">
                <a:solidFill>
                  <a:schemeClr val="tx1"/>
                </a:solidFill>
                <a:latin typeface="Arial" panose="020B0604020202020204" pitchFamily="34" charset="0"/>
              </a:defRPr>
            </a:lvl4pPr>
            <a:lvl5pPr marL="1978025" indent="-219075" defTabSz="927100">
              <a:spcBef>
                <a:spcPct val="30000"/>
              </a:spcBef>
              <a:defRPr sz="1200">
                <a:solidFill>
                  <a:schemeClr val="tx1"/>
                </a:solidFill>
                <a:latin typeface="Arial" panose="020B0604020202020204" pitchFamily="34" charset="0"/>
              </a:defRPr>
            </a:lvl5pPr>
            <a:lvl6pPr marL="2435225" indent="-219075" defTabSz="927100" eaLnBrk="0" fontAlgn="base" hangingPunct="0">
              <a:spcBef>
                <a:spcPct val="30000"/>
              </a:spcBef>
              <a:spcAft>
                <a:spcPct val="0"/>
              </a:spcAft>
              <a:defRPr sz="1200">
                <a:solidFill>
                  <a:schemeClr val="tx1"/>
                </a:solidFill>
                <a:latin typeface="Arial" panose="020B0604020202020204" pitchFamily="34" charset="0"/>
              </a:defRPr>
            </a:lvl6pPr>
            <a:lvl7pPr marL="2892425" indent="-219075" defTabSz="927100" eaLnBrk="0" fontAlgn="base" hangingPunct="0">
              <a:spcBef>
                <a:spcPct val="30000"/>
              </a:spcBef>
              <a:spcAft>
                <a:spcPct val="0"/>
              </a:spcAft>
              <a:defRPr sz="1200">
                <a:solidFill>
                  <a:schemeClr val="tx1"/>
                </a:solidFill>
                <a:latin typeface="Arial" panose="020B0604020202020204" pitchFamily="34" charset="0"/>
              </a:defRPr>
            </a:lvl7pPr>
            <a:lvl8pPr marL="3349625" indent="-219075" defTabSz="927100" eaLnBrk="0" fontAlgn="base" hangingPunct="0">
              <a:spcBef>
                <a:spcPct val="30000"/>
              </a:spcBef>
              <a:spcAft>
                <a:spcPct val="0"/>
              </a:spcAft>
              <a:defRPr sz="1200">
                <a:solidFill>
                  <a:schemeClr val="tx1"/>
                </a:solidFill>
                <a:latin typeface="Arial" panose="020B0604020202020204" pitchFamily="34" charset="0"/>
              </a:defRPr>
            </a:lvl8pPr>
            <a:lvl9pPr marL="3806825" indent="-219075" defTabSz="927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4727C80-6D63-4728-9ED8-3DD2711030C8}" type="slidenum">
              <a:rPr lang="en-US" altLang="en-US" sz="1300" smtClean="0"/>
              <a:pPr>
                <a:spcBef>
                  <a:spcPct val="0"/>
                </a:spcBef>
              </a:pPr>
              <a:t>54</a:t>
            </a:fld>
            <a:endParaRPr lang="en-US" altLang="en-US" sz="1300"/>
          </a:p>
        </p:txBody>
      </p:sp>
      <p:sp>
        <p:nvSpPr>
          <p:cNvPr id="53251" name="Rectangle 7">
            <a:extLst>
              <a:ext uri="{FF2B5EF4-FFF2-40B4-BE49-F238E27FC236}">
                <a16:creationId xmlns:a16="http://schemas.microsoft.com/office/drawing/2014/main" id="{99780CA4-6DC5-4D55-9878-44BF484C751D}"/>
              </a:ext>
            </a:extLst>
          </p:cNvPr>
          <p:cNvSpPr txBox="1">
            <a:spLocks noGrp="1" noChangeArrowheads="1"/>
          </p:cNvSpPr>
          <p:nvPr/>
        </p:nvSpPr>
        <p:spPr bwMode="auto">
          <a:xfrm>
            <a:off x="3970338" y="8769350"/>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2632" tIns="46315" rIns="92632" bIns="46315" anchor="b"/>
          <a:lstStyle>
            <a:lvl1pPr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1pPr>
            <a:lvl2pPr marL="742950" indent="-28575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2pPr>
            <a:lvl3pPr marL="11430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3pPr>
            <a:lvl4pPr marL="16002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4pPr>
            <a:lvl5pPr marL="20574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5pPr>
            <a:lvl6pPr marL="25146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6pPr>
            <a:lvl7pPr marL="29718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7pPr>
            <a:lvl8pPr marL="34290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8pPr>
            <a:lvl9pPr marL="38862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9pPr>
          </a:lstStyle>
          <a:p>
            <a:pPr algn="r">
              <a:spcBef>
                <a:spcPct val="0"/>
              </a:spcBef>
              <a:buClr>
                <a:srgbClr val="002285"/>
              </a:buClr>
              <a:buFont typeface="Times New Roman" panose="02020603050405020304" pitchFamily="18" charset="0"/>
              <a:buNone/>
            </a:pPr>
            <a:fld id="{080B0F9D-21C1-4031-A748-DAD56FB35F26}" type="slidenum">
              <a:rPr lang="en-GB" altLang="en-US">
                <a:solidFill>
                  <a:srgbClr val="000000"/>
                </a:solidFill>
                <a:latin typeface="Times New Roman" panose="02020603050405020304" pitchFamily="18" charset="0"/>
                <a:cs typeface="Lucida Sans Unicode" panose="020B0602030504020204" pitchFamily="34" charset="0"/>
              </a:rPr>
              <a:pPr algn="r">
                <a:spcBef>
                  <a:spcPct val="0"/>
                </a:spcBef>
                <a:buClr>
                  <a:srgbClr val="002285"/>
                </a:buClr>
                <a:buFont typeface="Times New Roman" panose="02020603050405020304" pitchFamily="18" charset="0"/>
                <a:buNone/>
              </a:pPr>
              <a:t>54</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53252" name="Text Box 2">
            <a:extLst>
              <a:ext uri="{FF2B5EF4-FFF2-40B4-BE49-F238E27FC236}">
                <a16:creationId xmlns:a16="http://schemas.microsoft.com/office/drawing/2014/main" id="{64CBBEBE-3BC9-4496-9D59-32C0EA5C0C40}"/>
              </a:ext>
            </a:extLst>
          </p:cNvPr>
          <p:cNvSpPr txBox="1">
            <a:spLocks noChangeArrowheads="1"/>
          </p:cNvSpPr>
          <p:nvPr/>
        </p:nvSpPr>
        <p:spPr bwMode="auto">
          <a:xfrm>
            <a:off x="1206500" y="690563"/>
            <a:ext cx="4600575" cy="3465512"/>
          </a:xfrm>
          <a:prstGeom prst="rect">
            <a:avLst/>
          </a:prstGeom>
          <a:solidFill>
            <a:srgbClr val="FFFFFF"/>
          </a:solidFill>
          <a:ln w="9360">
            <a:solidFill>
              <a:srgbClr val="000000"/>
            </a:solidFill>
            <a:miter lim="800000"/>
            <a:headEnd/>
            <a:tailEnd/>
          </a:ln>
        </p:spPr>
        <p:txBody>
          <a:bodyPr wrap="none" lIns="87803" tIns="43902" rIns="87803" bIns="43902" anchor="ctr"/>
          <a:lstStyle>
            <a:lvl1pPr defTabSz="457200">
              <a:spcBef>
                <a:spcPct val="30000"/>
              </a:spcBef>
              <a:defRPr sz="1200">
                <a:solidFill>
                  <a:schemeClr val="tx1"/>
                </a:solidFill>
                <a:latin typeface="Arial" panose="020B0604020202020204" pitchFamily="34" charset="0"/>
              </a:defRPr>
            </a:lvl1pPr>
            <a:lvl2pPr marL="742950" indent="-285750" defTabSz="457200">
              <a:spcBef>
                <a:spcPct val="30000"/>
              </a:spcBef>
              <a:defRPr sz="1200">
                <a:solidFill>
                  <a:schemeClr val="tx1"/>
                </a:solidFill>
                <a:latin typeface="Arial" panose="020B0604020202020204" pitchFamily="34" charset="0"/>
              </a:defRPr>
            </a:lvl2pPr>
            <a:lvl3pPr marL="1143000" indent="-228600" defTabSz="457200">
              <a:spcBef>
                <a:spcPct val="30000"/>
              </a:spcBef>
              <a:defRPr sz="1200">
                <a:solidFill>
                  <a:schemeClr val="tx1"/>
                </a:solidFill>
                <a:latin typeface="Arial" panose="020B0604020202020204" pitchFamily="34" charset="0"/>
              </a:defRPr>
            </a:lvl3pPr>
            <a:lvl4pPr marL="1600200" indent="-228600" defTabSz="457200">
              <a:spcBef>
                <a:spcPct val="30000"/>
              </a:spcBef>
              <a:defRPr sz="1200">
                <a:solidFill>
                  <a:schemeClr val="tx1"/>
                </a:solidFill>
                <a:latin typeface="Arial" panose="020B0604020202020204" pitchFamily="34" charset="0"/>
              </a:defRPr>
            </a:lvl4pPr>
            <a:lvl5pPr marL="2057400" indent="-228600" defTabSz="457200">
              <a:spcBef>
                <a:spcPct val="30000"/>
              </a:spcBef>
              <a:defRPr sz="1200">
                <a:solidFill>
                  <a:schemeClr val="tx1"/>
                </a:solidFill>
                <a:latin typeface="Arial" panose="020B0604020202020204" pitchFamily="34" charset="0"/>
              </a:defRPr>
            </a:lvl5pPr>
            <a:lvl6pPr marL="2514600" indent="-228600" defTabSz="457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457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457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457200" eaLnBrk="0" fontAlgn="base" hangingPunct="0">
              <a:spcBef>
                <a:spcPct val="30000"/>
              </a:spcBef>
              <a:spcAft>
                <a:spcPct val="0"/>
              </a:spcAft>
              <a:defRPr sz="1200">
                <a:solidFill>
                  <a:schemeClr val="tx1"/>
                </a:solidFill>
                <a:latin typeface="Arial" panose="020B0604020202020204" pitchFamily="34" charset="0"/>
              </a:defRPr>
            </a:lvl9pPr>
          </a:lstStyle>
          <a:p>
            <a:pPr>
              <a:lnSpc>
                <a:spcPct val="95000"/>
              </a:lnSpc>
              <a:spcBef>
                <a:spcPct val="0"/>
              </a:spcBef>
              <a:buClr>
                <a:srgbClr val="003399"/>
              </a:buClr>
              <a:buFont typeface="Times New Roman" panose="02020603050405020304" pitchFamily="18" charset="0"/>
              <a:buNone/>
            </a:pPr>
            <a:endParaRPr lang="es-ES" altLang="en-US" sz="2300">
              <a:solidFill>
                <a:schemeClr val="bg1"/>
              </a:solidFill>
              <a:latin typeface="Times New Roman" panose="02020603050405020304" pitchFamily="18" charset="0"/>
              <a:cs typeface="Lucida Sans Unicode" panose="020B0602030504020204" pitchFamily="34" charset="0"/>
            </a:endParaRPr>
          </a:p>
        </p:txBody>
      </p:sp>
      <p:sp>
        <p:nvSpPr>
          <p:cNvPr id="53253" name="Rectangle 3">
            <a:extLst>
              <a:ext uri="{FF2B5EF4-FFF2-40B4-BE49-F238E27FC236}">
                <a16:creationId xmlns:a16="http://schemas.microsoft.com/office/drawing/2014/main" id="{1DE6BD56-9718-4E23-B476-3A4C1C7F6316}"/>
              </a:ext>
            </a:extLst>
          </p:cNvPr>
          <p:cNvSpPr>
            <a:spLocks noGrp="1" noChangeArrowheads="1"/>
          </p:cNvSpPr>
          <p:nvPr>
            <p:ph type="body"/>
          </p:nvPr>
        </p:nvSpPr>
        <p:spPr>
          <a:xfrm>
            <a:off x="933450" y="4389438"/>
            <a:ext cx="5141913" cy="4156075"/>
          </a:xfrm>
          <a:noFill/>
        </p:spPr>
        <p:txBody>
          <a:bodyPr wrap="none" lIns="92632" tIns="46315" rIns="92632" bIns="46315" anchor="ctr"/>
          <a:lstStyle/>
          <a:p>
            <a:pPr eaLnBrk="1" hangingPunct="1"/>
            <a:endParaRPr lang="es-ES" altLang="en-US">
              <a:latin typeface="Arial" panose="020B0604020202020204" pitchFamily="34" charset="0"/>
            </a:endParaRPr>
          </a:p>
        </p:txBody>
      </p:sp>
    </p:spTree>
    <p:extLst>
      <p:ext uri="{BB962C8B-B14F-4D97-AF65-F5344CB8AC3E}">
        <p14:creationId xmlns:p14="http://schemas.microsoft.com/office/powerpoint/2010/main" val="26226733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D0DFBA06-1A5B-417D-81E2-B67DFF1ACBD0}"/>
              </a:ext>
            </a:extLst>
          </p:cNvPr>
          <p:cNvSpPr>
            <a:spLocks noGrp="1" noChangeArrowheads="1"/>
          </p:cNvSpPr>
          <p:nvPr>
            <p:ph type="sldNum" sz="quarter" idx="5"/>
          </p:nvPr>
        </p:nvSpPr>
        <p:spPr>
          <a:noFill/>
        </p:spPr>
        <p:txBody>
          <a:bodyPr/>
          <a:lstStyle>
            <a:lvl1pPr defTabSz="927100">
              <a:spcBef>
                <a:spcPct val="30000"/>
              </a:spcBef>
              <a:defRPr sz="1200">
                <a:solidFill>
                  <a:schemeClr val="tx1"/>
                </a:solidFill>
                <a:latin typeface="Arial" panose="020B0604020202020204" pitchFamily="34" charset="0"/>
              </a:defRPr>
            </a:lvl1pPr>
            <a:lvl2pPr marL="714375" indent="-274638" defTabSz="927100">
              <a:spcBef>
                <a:spcPct val="30000"/>
              </a:spcBef>
              <a:defRPr sz="1200">
                <a:solidFill>
                  <a:schemeClr val="tx1"/>
                </a:solidFill>
                <a:latin typeface="Arial" panose="020B0604020202020204" pitchFamily="34" charset="0"/>
              </a:defRPr>
            </a:lvl2pPr>
            <a:lvl3pPr marL="1098550" indent="-219075" defTabSz="927100">
              <a:spcBef>
                <a:spcPct val="30000"/>
              </a:spcBef>
              <a:defRPr sz="1200">
                <a:solidFill>
                  <a:schemeClr val="tx1"/>
                </a:solidFill>
                <a:latin typeface="Arial" panose="020B0604020202020204" pitchFamily="34" charset="0"/>
              </a:defRPr>
            </a:lvl3pPr>
            <a:lvl4pPr marL="1538288" indent="-219075" defTabSz="927100">
              <a:spcBef>
                <a:spcPct val="30000"/>
              </a:spcBef>
              <a:defRPr sz="1200">
                <a:solidFill>
                  <a:schemeClr val="tx1"/>
                </a:solidFill>
                <a:latin typeface="Arial" panose="020B0604020202020204" pitchFamily="34" charset="0"/>
              </a:defRPr>
            </a:lvl4pPr>
            <a:lvl5pPr marL="1978025" indent="-219075" defTabSz="927100">
              <a:spcBef>
                <a:spcPct val="30000"/>
              </a:spcBef>
              <a:defRPr sz="1200">
                <a:solidFill>
                  <a:schemeClr val="tx1"/>
                </a:solidFill>
                <a:latin typeface="Arial" panose="020B0604020202020204" pitchFamily="34" charset="0"/>
              </a:defRPr>
            </a:lvl5pPr>
            <a:lvl6pPr marL="2435225" indent="-219075" defTabSz="927100" eaLnBrk="0" fontAlgn="base" hangingPunct="0">
              <a:spcBef>
                <a:spcPct val="30000"/>
              </a:spcBef>
              <a:spcAft>
                <a:spcPct val="0"/>
              </a:spcAft>
              <a:defRPr sz="1200">
                <a:solidFill>
                  <a:schemeClr val="tx1"/>
                </a:solidFill>
                <a:latin typeface="Arial" panose="020B0604020202020204" pitchFamily="34" charset="0"/>
              </a:defRPr>
            </a:lvl6pPr>
            <a:lvl7pPr marL="2892425" indent="-219075" defTabSz="927100" eaLnBrk="0" fontAlgn="base" hangingPunct="0">
              <a:spcBef>
                <a:spcPct val="30000"/>
              </a:spcBef>
              <a:spcAft>
                <a:spcPct val="0"/>
              </a:spcAft>
              <a:defRPr sz="1200">
                <a:solidFill>
                  <a:schemeClr val="tx1"/>
                </a:solidFill>
                <a:latin typeface="Arial" panose="020B0604020202020204" pitchFamily="34" charset="0"/>
              </a:defRPr>
            </a:lvl7pPr>
            <a:lvl8pPr marL="3349625" indent="-219075" defTabSz="927100" eaLnBrk="0" fontAlgn="base" hangingPunct="0">
              <a:spcBef>
                <a:spcPct val="30000"/>
              </a:spcBef>
              <a:spcAft>
                <a:spcPct val="0"/>
              </a:spcAft>
              <a:defRPr sz="1200">
                <a:solidFill>
                  <a:schemeClr val="tx1"/>
                </a:solidFill>
                <a:latin typeface="Arial" panose="020B0604020202020204" pitchFamily="34" charset="0"/>
              </a:defRPr>
            </a:lvl8pPr>
            <a:lvl9pPr marL="3806825" indent="-219075" defTabSz="927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4727C80-6D63-4728-9ED8-3DD2711030C8}" type="slidenum">
              <a:rPr lang="en-US" altLang="en-US" sz="1300" smtClean="0"/>
              <a:pPr>
                <a:spcBef>
                  <a:spcPct val="0"/>
                </a:spcBef>
              </a:pPr>
              <a:t>55</a:t>
            </a:fld>
            <a:endParaRPr lang="en-US" altLang="en-US" sz="1300"/>
          </a:p>
        </p:txBody>
      </p:sp>
      <p:sp>
        <p:nvSpPr>
          <p:cNvPr id="53251" name="Rectangle 7">
            <a:extLst>
              <a:ext uri="{FF2B5EF4-FFF2-40B4-BE49-F238E27FC236}">
                <a16:creationId xmlns:a16="http://schemas.microsoft.com/office/drawing/2014/main" id="{99780CA4-6DC5-4D55-9878-44BF484C751D}"/>
              </a:ext>
            </a:extLst>
          </p:cNvPr>
          <p:cNvSpPr txBox="1">
            <a:spLocks noGrp="1" noChangeArrowheads="1"/>
          </p:cNvSpPr>
          <p:nvPr/>
        </p:nvSpPr>
        <p:spPr bwMode="auto">
          <a:xfrm>
            <a:off x="3970338" y="8769350"/>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2632" tIns="46315" rIns="92632" bIns="46315" anchor="b"/>
          <a:lstStyle>
            <a:lvl1pPr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1pPr>
            <a:lvl2pPr marL="742950" indent="-28575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2pPr>
            <a:lvl3pPr marL="11430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3pPr>
            <a:lvl4pPr marL="16002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4pPr>
            <a:lvl5pPr marL="20574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5pPr>
            <a:lvl6pPr marL="25146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6pPr>
            <a:lvl7pPr marL="29718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7pPr>
            <a:lvl8pPr marL="34290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8pPr>
            <a:lvl9pPr marL="38862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9pPr>
          </a:lstStyle>
          <a:p>
            <a:pPr algn="r">
              <a:spcBef>
                <a:spcPct val="0"/>
              </a:spcBef>
              <a:buClr>
                <a:srgbClr val="002285"/>
              </a:buClr>
              <a:buFont typeface="Times New Roman" panose="02020603050405020304" pitchFamily="18" charset="0"/>
              <a:buNone/>
            </a:pPr>
            <a:fld id="{080B0F9D-21C1-4031-A748-DAD56FB35F26}" type="slidenum">
              <a:rPr lang="en-GB" altLang="en-US">
                <a:solidFill>
                  <a:srgbClr val="000000"/>
                </a:solidFill>
                <a:latin typeface="Times New Roman" panose="02020603050405020304" pitchFamily="18" charset="0"/>
                <a:cs typeface="Lucida Sans Unicode" panose="020B0602030504020204" pitchFamily="34" charset="0"/>
              </a:rPr>
              <a:pPr algn="r">
                <a:spcBef>
                  <a:spcPct val="0"/>
                </a:spcBef>
                <a:buClr>
                  <a:srgbClr val="002285"/>
                </a:buClr>
                <a:buFont typeface="Times New Roman" panose="02020603050405020304" pitchFamily="18" charset="0"/>
                <a:buNone/>
              </a:pPr>
              <a:t>55</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53252" name="Text Box 2">
            <a:extLst>
              <a:ext uri="{FF2B5EF4-FFF2-40B4-BE49-F238E27FC236}">
                <a16:creationId xmlns:a16="http://schemas.microsoft.com/office/drawing/2014/main" id="{64CBBEBE-3BC9-4496-9D59-32C0EA5C0C40}"/>
              </a:ext>
            </a:extLst>
          </p:cNvPr>
          <p:cNvSpPr txBox="1">
            <a:spLocks noChangeArrowheads="1"/>
          </p:cNvSpPr>
          <p:nvPr/>
        </p:nvSpPr>
        <p:spPr bwMode="auto">
          <a:xfrm>
            <a:off x="1206500" y="690563"/>
            <a:ext cx="4600575" cy="3465512"/>
          </a:xfrm>
          <a:prstGeom prst="rect">
            <a:avLst/>
          </a:prstGeom>
          <a:solidFill>
            <a:srgbClr val="FFFFFF"/>
          </a:solidFill>
          <a:ln w="9360">
            <a:solidFill>
              <a:srgbClr val="000000"/>
            </a:solidFill>
            <a:miter lim="800000"/>
            <a:headEnd/>
            <a:tailEnd/>
          </a:ln>
        </p:spPr>
        <p:txBody>
          <a:bodyPr wrap="none" lIns="87803" tIns="43902" rIns="87803" bIns="43902" anchor="ctr"/>
          <a:lstStyle>
            <a:lvl1pPr defTabSz="457200">
              <a:spcBef>
                <a:spcPct val="30000"/>
              </a:spcBef>
              <a:defRPr sz="1200">
                <a:solidFill>
                  <a:schemeClr val="tx1"/>
                </a:solidFill>
                <a:latin typeface="Arial" panose="020B0604020202020204" pitchFamily="34" charset="0"/>
              </a:defRPr>
            </a:lvl1pPr>
            <a:lvl2pPr marL="742950" indent="-285750" defTabSz="457200">
              <a:spcBef>
                <a:spcPct val="30000"/>
              </a:spcBef>
              <a:defRPr sz="1200">
                <a:solidFill>
                  <a:schemeClr val="tx1"/>
                </a:solidFill>
                <a:latin typeface="Arial" panose="020B0604020202020204" pitchFamily="34" charset="0"/>
              </a:defRPr>
            </a:lvl2pPr>
            <a:lvl3pPr marL="1143000" indent="-228600" defTabSz="457200">
              <a:spcBef>
                <a:spcPct val="30000"/>
              </a:spcBef>
              <a:defRPr sz="1200">
                <a:solidFill>
                  <a:schemeClr val="tx1"/>
                </a:solidFill>
                <a:latin typeface="Arial" panose="020B0604020202020204" pitchFamily="34" charset="0"/>
              </a:defRPr>
            </a:lvl3pPr>
            <a:lvl4pPr marL="1600200" indent="-228600" defTabSz="457200">
              <a:spcBef>
                <a:spcPct val="30000"/>
              </a:spcBef>
              <a:defRPr sz="1200">
                <a:solidFill>
                  <a:schemeClr val="tx1"/>
                </a:solidFill>
                <a:latin typeface="Arial" panose="020B0604020202020204" pitchFamily="34" charset="0"/>
              </a:defRPr>
            </a:lvl4pPr>
            <a:lvl5pPr marL="2057400" indent="-228600" defTabSz="457200">
              <a:spcBef>
                <a:spcPct val="30000"/>
              </a:spcBef>
              <a:defRPr sz="1200">
                <a:solidFill>
                  <a:schemeClr val="tx1"/>
                </a:solidFill>
                <a:latin typeface="Arial" panose="020B0604020202020204" pitchFamily="34" charset="0"/>
              </a:defRPr>
            </a:lvl5pPr>
            <a:lvl6pPr marL="2514600" indent="-228600" defTabSz="457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457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457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457200" eaLnBrk="0" fontAlgn="base" hangingPunct="0">
              <a:spcBef>
                <a:spcPct val="30000"/>
              </a:spcBef>
              <a:spcAft>
                <a:spcPct val="0"/>
              </a:spcAft>
              <a:defRPr sz="1200">
                <a:solidFill>
                  <a:schemeClr val="tx1"/>
                </a:solidFill>
                <a:latin typeface="Arial" panose="020B0604020202020204" pitchFamily="34" charset="0"/>
              </a:defRPr>
            </a:lvl9pPr>
          </a:lstStyle>
          <a:p>
            <a:pPr>
              <a:lnSpc>
                <a:spcPct val="95000"/>
              </a:lnSpc>
              <a:spcBef>
                <a:spcPct val="0"/>
              </a:spcBef>
              <a:buClr>
                <a:srgbClr val="003399"/>
              </a:buClr>
              <a:buFont typeface="Times New Roman" panose="02020603050405020304" pitchFamily="18" charset="0"/>
              <a:buNone/>
            </a:pPr>
            <a:endParaRPr lang="es-ES" altLang="en-US" sz="2300">
              <a:solidFill>
                <a:schemeClr val="bg1"/>
              </a:solidFill>
              <a:latin typeface="Times New Roman" panose="02020603050405020304" pitchFamily="18" charset="0"/>
              <a:cs typeface="Lucida Sans Unicode" panose="020B0602030504020204" pitchFamily="34" charset="0"/>
            </a:endParaRPr>
          </a:p>
        </p:txBody>
      </p:sp>
      <p:sp>
        <p:nvSpPr>
          <p:cNvPr id="53253" name="Rectangle 3">
            <a:extLst>
              <a:ext uri="{FF2B5EF4-FFF2-40B4-BE49-F238E27FC236}">
                <a16:creationId xmlns:a16="http://schemas.microsoft.com/office/drawing/2014/main" id="{1DE6BD56-9718-4E23-B476-3A4C1C7F6316}"/>
              </a:ext>
            </a:extLst>
          </p:cNvPr>
          <p:cNvSpPr>
            <a:spLocks noGrp="1" noChangeArrowheads="1"/>
          </p:cNvSpPr>
          <p:nvPr>
            <p:ph type="body"/>
          </p:nvPr>
        </p:nvSpPr>
        <p:spPr>
          <a:xfrm>
            <a:off x="933450" y="4389438"/>
            <a:ext cx="5141913" cy="4156075"/>
          </a:xfrm>
          <a:noFill/>
        </p:spPr>
        <p:txBody>
          <a:bodyPr wrap="none" lIns="92632" tIns="46315" rIns="92632" bIns="46315" anchor="ctr"/>
          <a:lstStyle/>
          <a:p>
            <a:pPr eaLnBrk="1" hangingPunct="1"/>
            <a:endParaRPr lang="es-ES" altLang="en-US">
              <a:latin typeface="Arial" panose="020B0604020202020204" pitchFamily="34" charset="0"/>
            </a:endParaRPr>
          </a:p>
        </p:txBody>
      </p:sp>
    </p:spTree>
    <p:extLst>
      <p:ext uri="{BB962C8B-B14F-4D97-AF65-F5344CB8AC3E}">
        <p14:creationId xmlns:p14="http://schemas.microsoft.com/office/powerpoint/2010/main" val="2223459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D0DFBA06-1A5B-417D-81E2-B67DFF1ACBD0}"/>
              </a:ext>
            </a:extLst>
          </p:cNvPr>
          <p:cNvSpPr>
            <a:spLocks noGrp="1" noChangeArrowheads="1"/>
          </p:cNvSpPr>
          <p:nvPr>
            <p:ph type="sldNum" sz="quarter" idx="5"/>
          </p:nvPr>
        </p:nvSpPr>
        <p:spPr>
          <a:noFill/>
        </p:spPr>
        <p:txBody>
          <a:bodyPr/>
          <a:lstStyle>
            <a:lvl1pPr defTabSz="927100">
              <a:spcBef>
                <a:spcPct val="30000"/>
              </a:spcBef>
              <a:defRPr sz="1200">
                <a:solidFill>
                  <a:schemeClr val="tx1"/>
                </a:solidFill>
                <a:latin typeface="Arial" panose="020B0604020202020204" pitchFamily="34" charset="0"/>
              </a:defRPr>
            </a:lvl1pPr>
            <a:lvl2pPr marL="714375" indent="-274638" defTabSz="927100">
              <a:spcBef>
                <a:spcPct val="30000"/>
              </a:spcBef>
              <a:defRPr sz="1200">
                <a:solidFill>
                  <a:schemeClr val="tx1"/>
                </a:solidFill>
                <a:latin typeface="Arial" panose="020B0604020202020204" pitchFamily="34" charset="0"/>
              </a:defRPr>
            </a:lvl2pPr>
            <a:lvl3pPr marL="1098550" indent="-219075" defTabSz="927100">
              <a:spcBef>
                <a:spcPct val="30000"/>
              </a:spcBef>
              <a:defRPr sz="1200">
                <a:solidFill>
                  <a:schemeClr val="tx1"/>
                </a:solidFill>
                <a:latin typeface="Arial" panose="020B0604020202020204" pitchFamily="34" charset="0"/>
              </a:defRPr>
            </a:lvl3pPr>
            <a:lvl4pPr marL="1538288" indent="-219075" defTabSz="927100">
              <a:spcBef>
                <a:spcPct val="30000"/>
              </a:spcBef>
              <a:defRPr sz="1200">
                <a:solidFill>
                  <a:schemeClr val="tx1"/>
                </a:solidFill>
                <a:latin typeface="Arial" panose="020B0604020202020204" pitchFamily="34" charset="0"/>
              </a:defRPr>
            </a:lvl4pPr>
            <a:lvl5pPr marL="1978025" indent="-219075" defTabSz="927100">
              <a:spcBef>
                <a:spcPct val="30000"/>
              </a:spcBef>
              <a:defRPr sz="1200">
                <a:solidFill>
                  <a:schemeClr val="tx1"/>
                </a:solidFill>
                <a:latin typeface="Arial" panose="020B0604020202020204" pitchFamily="34" charset="0"/>
              </a:defRPr>
            </a:lvl5pPr>
            <a:lvl6pPr marL="2435225" indent="-219075" defTabSz="927100" eaLnBrk="0" fontAlgn="base" hangingPunct="0">
              <a:spcBef>
                <a:spcPct val="30000"/>
              </a:spcBef>
              <a:spcAft>
                <a:spcPct val="0"/>
              </a:spcAft>
              <a:defRPr sz="1200">
                <a:solidFill>
                  <a:schemeClr val="tx1"/>
                </a:solidFill>
                <a:latin typeface="Arial" panose="020B0604020202020204" pitchFamily="34" charset="0"/>
              </a:defRPr>
            </a:lvl6pPr>
            <a:lvl7pPr marL="2892425" indent="-219075" defTabSz="927100" eaLnBrk="0" fontAlgn="base" hangingPunct="0">
              <a:spcBef>
                <a:spcPct val="30000"/>
              </a:spcBef>
              <a:spcAft>
                <a:spcPct val="0"/>
              </a:spcAft>
              <a:defRPr sz="1200">
                <a:solidFill>
                  <a:schemeClr val="tx1"/>
                </a:solidFill>
                <a:latin typeface="Arial" panose="020B0604020202020204" pitchFamily="34" charset="0"/>
              </a:defRPr>
            </a:lvl7pPr>
            <a:lvl8pPr marL="3349625" indent="-219075" defTabSz="927100" eaLnBrk="0" fontAlgn="base" hangingPunct="0">
              <a:spcBef>
                <a:spcPct val="30000"/>
              </a:spcBef>
              <a:spcAft>
                <a:spcPct val="0"/>
              </a:spcAft>
              <a:defRPr sz="1200">
                <a:solidFill>
                  <a:schemeClr val="tx1"/>
                </a:solidFill>
                <a:latin typeface="Arial" panose="020B0604020202020204" pitchFamily="34" charset="0"/>
              </a:defRPr>
            </a:lvl8pPr>
            <a:lvl9pPr marL="3806825" indent="-219075" defTabSz="927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4727C80-6D63-4728-9ED8-3DD2711030C8}" type="slidenum">
              <a:rPr lang="en-US" altLang="en-US" sz="1300" smtClean="0"/>
              <a:pPr>
                <a:spcBef>
                  <a:spcPct val="0"/>
                </a:spcBef>
              </a:pPr>
              <a:t>56</a:t>
            </a:fld>
            <a:endParaRPr lang="en-US" altLang="en-US" sz="1300"/>
          </a:p>
        </p:txBody>
      </p:sp>
      <p:sp>
        <p:nvSpPr>
          <p:cNvPr id="53251" name="Rectangle 7">
            <a:extLst>
              <a:ext uri="{FF2B5EF4-FFF2-40B4-BE49-F238E27FC236}">
                <a16:creationId xmlns:a16="http://schemas.microsoft.com/office/drawing/2014/main" id="{99780CA4-6DC5-4D55-9878-44BF484C751D}"/>
              </a:ext>
            </a:extLst>
          </p:cNvPr>
          <p:cNvSpPr txBox="1">
            <a:spLocks noGrp="1" noChangeArrowheads="1"/>
          </p:cNvSpPr>
          <p:nvPr/>
        </p:nvSpPr>
        <p:spPr bwMode="auto">
          <a:xfrm>
            <a:off x="3970338" y="8769350"/>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2632" tIns="46315" rIns="92632" bIns="46315" anchor="b"/>
          <a:lstStyle>
            <a:lvl1pPr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1pPr>
            <a:lvl2pPr marL="742950" indent="-28575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2pPr>
            <a:lvl3pPr marL="11430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3pPr>
            <a:lvl4pPr marL="16002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4pPr>
            <a:lvl5pPr marL="20574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5pPr>
            <a:lvl6pPr marL="25146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6pPr>
            <a:lvl7pPr marL="29718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7pPr>
            <a:lvl8pPr marL="34290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8pPr>
            <a:lvl9pPr marL="38862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9pPr>
          </a:lstStyle>
          <a:p>
            <a:pPr algn="r">
              <a:spcBef>
                <a:spcPct val="0"/>
              </a:spcBef>
              <a:buClr>
                <a:srgbClr val="002285"/>
              </a:buClr>
              <a:buFont typeface="Times New Roman" panose="02020603050405020304" pitchFamily="18" charset="0"/>
              <a:buNone/>
            </a:pPr>
            <a:fld id="{080B0F9D-21C1-4031-A748-DAD56FB35F26}" type="slidenum">
              <a:rPr lang="en-GB" altLang="en-US">
                <a:solidFill>
                  <a:srgbClr val="000000"/>
                </a:solidFill>
                <a:latin typeface="Times New Roman" panose="02020603050405020304" pitchFamily="18" charset="0"/>
                <a:cs typeface="Lucida Sans Unicode" panose="020B0602030504020204" pitchFamily="34" charset="0"/>
              </a:rPr>
              <a:pPr algn="r">
                <a:spcBef>
                  <a:spcPct val="0"/>
                </a:spcBef>
                <a:buClr>
                  <a:srgbClr val="002285"/>
                </a:buClr>
                <a:buFont typeface="Times New Roman" panose="02020603050405020304" pitchFamily="18" charset="0"/>
                <a:buNone/>
              </a:pPr>
              <a:t>56</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53252" name="Text Box 2">
            <a:extLst>
              <a:ext uri="{FF2B5EF4-FFF2-40B4-BE49-F238E27FC236}">
                <a16:creationId xmlns:a16="http://schemas.microsoft.com/office/drawing/2014/main" id="{64CBBEBE-3BC9-4496-9D59-32C0EA5C0C40}"/>
              </a:ext>
            </a:extLst>
          </p:cNvPr>
          <p:cNvSpPr txBox="1">
            <a:spLocks noChangeArrowheads="1"/>
          </p:cNvSpPr>
          <p:nvPr/>
        </p:nvSpPr>
        <p:spPr bwMode="auto">
          <a:xfrm>
            <a:off x="1206500" y="690563"/>
            <a:ext cx="4600575" cy="3465512"/>
          </a:xfrm>
          <a:prstGeom prst="rect">
            <a:avLst/>
          </a:prstGeom>
          <a:solidFill>
            <a:srgbClr val="FFFFFF"/>
          </a:solidFill>
          <a:ln w="9360">
            <a:solidFill>
              <a:srgbClr val="000000"/>
            </a:solidFill>
            <a:miter lim="800000"/>
            <a:headEnd/>
            <a:tailEnd/>
          </a:ln>
        </p:spPr>
        <p:txBody>
          <a:bodyPr wrap="none" lIns="87803" tIns="43902" rIns="87803" bIns="43902" anchor="ctr"/>
          <a:lstStyle>
            <a:lvl1pPr defTabSz="457200">
              <a:spcBef>
                <a:spcPct val="30000"/>
              </a:spcBef>
              <a:defRPr sz="1200">
                <a:solidFill>
                  <a:schemeClr val="tx1"/>
                </a:solidFill>
                <a:latin typeface="Arial" panose="020B0604020202020204" pitchFamily="34" charset="0"/>
              </a:defRPr>
            </a:lvl1pPr>
            <a:lvl2pPr marL="742950" indent="-285750" defTabSz="457200">
              <a:spcBef>
                <a:spcPct val="30000"/>
              </a:spcBef>
              <a:defRPr sz="1200">
                <a:solidFill>
                  <a:schemeClr val="tx1"/>
                </a:solidFill>
                <a:latin typeface="Arial" panose="020B0604020202020204" pitchFamily="34" charset="0"/>
              </a:defRPr>
            </a:lvl2pPr>
            <a:lvl3pPr marL="1143000" indent="-228600" defTabSz="457200">
              <a:spcBef>
                <a:spcPct val="30000"/>
              </a:spcBef>
              <a:defRPr sz="1200">
                <a:solidFill>
                  <a:schemeClr val="tx1"/>
                </a:solidFill>
                <a:latin typeface="Arial" panose="020B0604020202020204" pitchFamily="34" charset="0"/>
              </a:defRPr>
            </a:lvl3pPr>
            <a:lvl4pPr marL="1600200" indent="-228600" defTabSz="457200">
              <a:spcBef>
                <a:spcPct val="30000"/>
              </a:spcBef>
              <a:defRPr sz="1200">
                <a:solidFill>
                  <a:schemeClr val="tx1"/>
                </a:solidFill>
                <a:latin typeface="Arial" panose="020B0604020202020204" pitchFamily="34" charset="0"/>
              </a:defRPr>
            </a:lvl4pPr>
            <a:lvl5pPr marL="2057400" indent="-228600" defTabSz="457200">
              <a:spcBef>
                <a:spcPct val="30000"/>
              </a:spcBef>
              <a:defRPr sz="1200">
                <a:solidFill>
                  <a:schemeClr val="tx1"/>
                </a:solidFill>
                <a:latin typeface="Arial" panose="020B0604020202020204" pitchFamily="34" charset="0"/>
              </a:defRPr>
            </a:lvl5pPr>
            <a:lvl6pPr marL="2514600" indent="-228600" defTabSz="457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457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457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457200" eaLnBrk="0" fontAlgn="base" hangingPunct="0">
              <a:spcBef>
                <a:spcPct val="30000"/>
              </a:spcBef>
              <a:spcAft>
                <a:spcPct val="0"/>
              </a:spcAft>
              <a:defRPr sz="1200">
                <a:solidFill>
                  <a:schemeClr val="tx1"/>
                </a:solidFill>
                <a:latin typeface="Arial" panose="020B0604020202020204" pitchFamily="34" charset="0"/>
              </a:defRPr>
            </a:lvl9pPr>
          </a:lstStyle>
          <a:p>
            <a:pPr>
              <a:lnSpc>
                <a:spcPct val="95000"/>
              </a:lnSpc>
              <a:spcBef>
                <a:spcPct val="0"/>
              </a:spcBef>
              <a:buClr>
                <a:srgbClr val="003399"/>
              </a:buClr>
              <a:buFont typeface="Times New Roman" panose="02020603050405020304" pitchFamily="18" charset="0"/>
              <a:buNone/>
            </a:pPr>
            <a:endParaRPr lang="es-ES" altLang="en-US" sz="2300">
              <a:solidFill>
                <a:schemeClr val="bg1"/>
              </a:solidFill>
              <a:latin typeface="Times New Roman" panose="02020603050405020304" pitchFamily="18" charset="0"/>
              <a:cs typeface="Lucida Sans Unicode" panose="020B0602030504020204" pitchFamily="34" charset="0"/>
            </a:endParaRPr>
          </a:p>
        </p:txBody>
      </p:sp>
      <p:sp>
        <p:nvSpPr>
          <p:cNvPr id="53253" name="Rectangle 3">
            <a:extLst>
              <a:ext uri="{FF2B5EF4-FFF2-40B4-BE49-F238E27FC236}">
                <a16:creationId xmlns:a16="http://schemas.microsoft.com/office/drawing/2014/main" id="{1DE6BD56-9718-4E23-B476-3A4C1C7F6316}"/>
              </a:ext>
            </a:extLst>
          </p:cNvPr>
          <p:cNvSpPr>
            <a:spLocks noGrp="1" noChangeArrowheads="1"/>
          </p:cNvSpPr>
          <p:nvPr>
            <p:ph type="body"/>
          </p:nvPr>
        </p:nvSpPr>
        <p:spPr>
          <a:xfrm>
            <a:off x="933450" y="4389438"/>
            <a:ext cx="5141913" cy="4156075"/>
          </a:xfrm>
          <a:noFill/>
        </p:spPr>
        <p:txBody>
          <a:bodyPr wrap="none" lIns="92632" tIns="46315" rIns="92632" bIns="46315" anchor="ctr"/>
          <a:lstStyle/>
          <a:p>
            <a:pPr eaLnBrk="1" hangingPunct="1"/>
            <a:endParaRPr lang="es-ES" altLang="en-US">
              <a:latin typeface="Arial" panose="020B0604020202020204" pitchFamily="34" charset="0"/>
            </a:endParaRPr>
          </a:p>
        </p:txBody>
      </p:sp>
    </p:spTree>
    <p:extLst>
      <p:ext uri="{BB962C8B-B14F-4D97-AF65-F5344CB8AC3E}">
        <p14:creationId xmlns:p14="http://schemas.microsoft.com/office/powerpoint/2010/main" val="12774807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D0DFBA06-1A5B-417D-81E2-B67DFF1ACBD0}"/>
              </a:ext>
            </a:extLst>
          </p:cNvPr>
          <p:cNvSpPr>
            <a:spLocks noGrp="1" noChangeArrowheads="1"/>
          </p:cNvSpPr>
          <p:nvPr>
            <p:ph type="sldNum" sz="quarter" idx="5"/>
          </p:nvPr>
        </p:nvSpPr>
        <p:spPr>
          <a:noFill/>
        </p:spPr>
        <p:txBody>
          <a:bodyPr/>
          <a:lstStyle>
            <a:lvl1pPr defTabSz="927100">
              <a:spcBef>
                <a:spcPct val="30000"/>
              </a:spcBef>
              <a:defRPr sz="1200">
                <a:solidFill>
                  <a:schemeClr val="tx1"/>
                </a:solidFill>
                <a:latin typeface="Arial" panose="020B0604020202020204" pitchFamily="34" charset="0"/>
              </a:defRPr>
            </a:lvl1pPr>
            <a:lvl2pPr marL="714375" indent="-274638" defTabSz="927100">
              <a:spcBef>
                <a:spcPct val="30000"/>
              </a:spcBef>
              <a:defRPr sz="1200">
                <a:solidFill>
                  <a:schemeClr val="tx1"/>
                </a:solidFill>
                <a:latin typeface="Arial" panose="020B0604020202020204" pitchFamily="34" charset="0"/>
              </a:defRPr>
            </a:lvl2pPr>
            <a:lvl3pPr marL="1098550" indent="-219075" defTabSz="927100">
              <a:spcBef>
                <a:spcPct val="30000"/>
              </a:spcBef>
              <a:defRPr sz="1200">
                <a:solidFill>
                  <a:schemeClr val="tx1"/>
                </a:solidFill>
                <a:latin typeface="Arial" panose="020B0604020202020204" pitchFamily="34" charset="0"/>
              </a:defRPr>
            </a:lvl3pPr>
            <a:lvl4pPr marL="1538288" indent="-219075" defTabSz="927100">
              <a:spcBef>
                <a:spcPct val="30000"/>
              </a:spcBef>
              <a:defRPr sz="1200">
                <a:solidFill>
                  <a:schemeClr val="tx1"/>
                </a:solidFill>
                <a:latin typeface="Arial" panose="020B0604020202020204" pitchFamily="34" charset="0"/>
              </a:defRPr>
            </a:lvl4pPr>
            <a:lvl5pPr marL="1978025" indent="-219075" defTabSz="927100">
              <a:spcBef>
                <a:spcPct val="30000"/>
              </a:spcBef>
              <a:defRPr sz="1200">
                <a:solidFill>
                  <a:schemeClr val="tx1"/>
                </a:solidFill>
                <a:latin typeface="Arial" panose="020B0604020202020204" pitchFamily="34" charset="0"/>
              </a:defRPr>
            </a:lvl5pPr>
            <a:lvl6pPr marL="2435225" indent="-219075" defTabSz="927100" eaLnBrk="0" fontAlgn="base" hangingPunct="0">
              <a:spcBef>
                <a:spcPct val="30000"/>
              </a:spcBef>
              <a:spcAft>
                <a:spcPct val="0"/>
              </a:spcAft>
              <a:defRPr sz="1200">
                <a:solidFill>
                  <a:schemeClr val="tx1"/>
                </a:solidFill>
                <a:latin typeface="Arial" panose="020B0604020202020204" pitchFamily="34" charset="0"/>
              </a:defRPr>
            </a:lvl6pPr>
            <a:lvl7pPr marL="2892425" indent="-219075" defTabSz="927100" eaLnBrk="0" fontAlgn="base" hangingPunct="0">
              <a:spcBef>
                <a:spcPct val="30000"/>
              </a:spcBef>
              <a:spcAft>
                <a:spcPct val="0"/>
              </a:spcAft>
              <a:defRPr sz="1200">
                <a:solidFill>
                  <a:schemeClr val="tx1"/>
                </a:solidFill>
                <a:latin typeface="Arial" panose="020B0604020202020204" pitchFamily="34" charset="0"/>
              </a:defRPr>
            </a:lvl7pPr>
            <a:lvl8pPr marL="3349625" indent="-219075" defTabSz="927100" eaLnBrk="0" fontAlgn="base" hangingPunct="0">
              <a:spcBef>
                <a:spcPct val="30000"/>
              </a:spcBef>
              <a:spcAft>
                <a:spcPct val="0"/>
              </a:spcAft>
              <a:defRPr sz="1200">
                <a:solidFill>
                  <a:schemeClr val="tx1"/>
                </a:solidFill>
                <a:latin typeface="Arial" panose="020B0604020202020204" pitchFamily="34" charset="0"/>
              </a:defRPr>
            </a:lvl8pPr>
            <a:lvl9pPr marL="3806825" indent="-219075" defTabSz="927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4727C80-6D63-4728-9ED8-3DD2711030C8}" type="slidenum">
              <a:rPr lang="en-US" altLang="en-US" sz="1300" smtClean="0"/>
              <a:pPr>
                <a:spcBef>
                  <a:spcPct val="0"/>
                </a:spcBef>
              </a:pPr>
              <a:t>57</a:t>
            </a:fld>
            <a:endParaRPr lang="en-US" altLang="en-US" sz="1300"/>
          </a:p>
        </p:txBody>
      </p:sp>
      <p:sp>
        <p:nvSpPr>
          <p:cNvPr id="53251" name="Rectangle 7">
            <a:extLst>
              <a:ext uri="{FF2B5EF4-FFF2-40B4-BE49-F238E27FC236}">
                <a16:creationId xmlns:a16="http://schemas.microsoft.com/office/drawing/2014/main" id="{99780CA4-6DC5-4D55-9878-44BF484C751D}"/>
              </a:ext>
            </a:extLst>
          </p:cNvPr>
          <p:cNvSpPr txBox="1">
            <a:spLocks noGrp="1" noChangeArrowheads="1"/>
          </p:cNvSpPr>
          <p:nvPr/>
        </p:nvSpPr>
        <p:spPr bwMode="auto">
          <a:xfrm>
            <a:off x="3970338" y="8769350"/>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2632" tIns="46315" rIns="92632" bIns="46315" anchor="b"/>
          <a:lstStyle>
            <a:lvl1pPr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1pPr>
            <a:lvl2pPr marL="742950" indent="-28575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2pPr>
            <a:lvl3pPr marL="11430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3pPr>
            <a:lvl4pPr marL="16002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4pPr>
            <a:lvl5pPr marL="20574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5pPr>
            <a:lvl6pPr marL="25146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6pPr>
            <a:lvl7pPr marL="29718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7pPr>
            <a:lvl8pPr marL="34290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8pPr>
            <a:lvl9pPr marL="38862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9pPr>
          </a:lstStyle>
          <a:p>
            <a:pPr algn="r">
              <a:spcBef>
                <a:spcPct val="0"/>
              </a:spcBef>
              <a:buClr>
                <a:srgbClr val="002285"/>
              </a:buClr>
              <a:buFont typeface="Times New Roman" panose="02020603050405020304" pitchFamily="18" charset="0"/>
              <a:buNone/>
            </a:pPr>
            <a:fld id="{080B0F9D-21C1-4031-A748-DAD56FB35F26}" type="slidenum">
              <a:rPr lang="en-GB" altLang="en-US">
                <a:solidFill>
                  <a:srgbClr val="000000"/>
                </a:solidFill>
                <a:latin typeface="Times New Roman" panose="02020603050405020304" pitchFamily="18" charset="0"/>
                <a:cs typeface="Lucida Sans Unicode" panose="020B0602030504020204" pitchFamily="34" charset="0"/>
              </a:rPr>
              <a:pPr algn="r">
                <a:spcBef>
                  <a:spcPct val="0"/>
                </a:spcBef>
                <a:buClr>
                  <a:srgbClr val="002285"/>
                </a:buClr>
                <a:buFont typeface="Times New Roman" panose="02020603050405020304" pitchFamily="18" charset="0"/>
                <a:buNone/>
              </a:pPr>
              <a:t>57</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53252" name="Text Box 2">
            <a:extLst>
              <a:ext uri="{FF2B5EF4-FFF2-40B4-BE49-F238E27FC236}">
                <a16:creationId xmlns:a16="http://schemas.microsoft.com/office/drawing/2014/main" id="{64CBBEBE-3BC9-4496-9D59-32C0EA5C0C40}"/>
              </a:ext>
            </a:extLst>
          </p:cNvPr>
          <p:cNvSpPr txBox="1">
            <a:spLocks noChangeArrowheads="1"/>
          </p:cNvSpPr>
          <p:nvPr/>
        </p:nvSpPr>
        <p:spPr bwMode="auto">
          <a:xfrm>
            <a:off x="1206500" y="690563"/>
            <a:ext cx="4600575" cy="3465512"/>
          </a:xfrm>
          <a:prstGeom prst="rect">
            <a:avLst/>
          </a:prstGeom>
          <a:solidFill>
            <a:srgbClr val="FFFFFF"/>
          </a:solidFill>
          <a:ln w="9360">
            <a:solidFill>
              <a:srgbClr val="000000"/>
            </a:solidFill>
            <a:miter lim="800000"/>
            <a:headEnd/>
            <a:tailEnd/>
          </a:ln>
        </p:spPr>
        <p:txBody>
          <a:bodyPr wrap="none" lIns="87803" tIns="43902" rIns="87803" bIns="43902" anchor="ctr"/>
          <a:lstStyle>
            <a:lvl1pPr defTabSz="457200">
              <a:spcBef>
                <a:spcPct val="30000"/>
              </a:spcBef>
              <a:defRPr sz="1200">
                <a:solidFill>
                  <a:schemeClr val="tx1"/>
                </a:solidFill>
                <a:latin typeface="Arial" panose="020B0604020202020204" pitchFamily="34" charset="0"/>
              </a:defRPr>
            </a:lvl1pPr>
            <a:lvl2pPr marL="742950" indent="-285750" defTabSz="457200">
              <a:spcBef>
                <a:spcPct val="30000"/>
              </a:spcBef>
              <a:defRPr sz="1200">
                <a:solidFill>
                  <a:schemeClr val="tx1"/>
                </a:solidFill>
                <a:latin typeface="Arial" panose="020B0604020202020204" pitchFamily="34" charset="0"/>
              </a:defRPr>
            </a:lvl2pPr>
            <a:lvl3pPr marL="1143000" indent="-228600" defTabSz="457200">
              <a:spcBef>
                <a:spcPct val="30000"/>
              </a:spcBef>
              <a:defRPr sz="1200">
                <a:solidFill>
                  <a:schemeClr val="tx1"/>
                </a:solidFill>
                <a:latin typeface="Arial" panose="020B0604020202020204" pitchFamily="34" charset="0"/>
              </a:defRPr>
            </a:lvl3pPr>
            <a:lvl4pPr marL="1600200" indent="-228600" defTabSz="457200">
              <a:spcBef>
                <a:spcPct val="30000"/>
              </a:spcBef>
              <a:defRPr sz="1200">
                <a:solidFill>
                  <a:schemeClr val="tx1"/>
                </a:solidFill>
                <a:latin typeface="Arial" panose="020B0604020202020204" pitchFamily="34" charset="0"/>
              </a:defRPr>
            </a:lvl4pPr>
            <a:lvl5pPr marL="2057400" indent="-228600" defTabSz="457200">
              <a:spcBef>
                <a:spcPct val="30000"/>
              </a:spcBef>
              <a:defRPr sz="1200">
                <a:solidFill>
                  <a:schemeClr val="tx1"/>
                </a:solidFill>
                <a:latin typeface="Arial" panose="020B0604020202020204" pitchFamily="34" charset="0"/>
              </a:defRPr>
            </a:lvl5pPr>
            <a:lvl6pPr marL="2514600" indent="-228600" defTabSz="457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457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457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457200" eaLnBrk="0" fontAlgn="base" hangingPunct="0">
              <a:spcBef>
                <a:spcPct val="30000"/>
              </a:spcBef>
              <a:spcAft>
                <a:spcPct val="0"/>
              </a:spcAft>
              <a:defRPr sz="1200">
                <a:solidFill>
                  <a:schemeClr val="tx1"/>
                </a:solidFill>
                <a:latin typeface="Arial" panose="020B0604020202020204" pitchFamily="34" charset="0"/>
              </a:defRPr>
            </a:lvl9pPr>
          </a:lstStyle>
          <a:p>
            <a:pPr>
              <a:lnSpc>
                <a:spcPct val="95000"/>
              </a:lnSpc>
              <a:spcBef>
                <a:spcPct val="0"/>
              </a:spcBef>
              <a:buClr>
                <a:srgbClr val="003399"/>
              </a:buClr>
              <a:buFont typeface="Times New Roman" panose="02020603050405020304" pitchFamily="18" charset="0"/>
              <a:buNone/>
            </a:pPr>
            <a:endParaRPr lang="es-ES" altLang="en-US" sz="2300">
              <a:solidFill>
                <a:schemeClr val="bg1"/>
              </a:solidFill>
              <a:latin typeface="Times New Roman" panose="02020603050405020304" pitchFamily="18" charset="0"/>
              <a:cs typeface="Lucida Sans Unicode" panose="020B0602030504020204" pitchFamily="34" charset="0"/>
            </a:endParaRPr>
          </a:p>
        </p:txBody>
      </p:sp>
      <p:sp>
        <p:nvSpPr>
          <p:cNvPr id="53253" name="Rectangle 3">
            <a:extLst>
              <a:ext uri="{FF2B5EF4-FFF2-40B4-BE49-F238E27FC236}">
                <a16:creationId xmlns:a16="http://schemas.microsoft.com/office/drawing/2014/main" id="{1DE6BD56-9718-4E23-B476-3A4C1C7F6316}"/>
              </a:ext>
            </a:extLst>
          </p:cNvPr>
          <p:cNvSpPr>
            <a:spLocks noGrp="1" noChangeArrowheads="1"/>
          </p:cNvSpPr>
          <p:nvPr>
            <p:ph type="body"/>
          </p:nvPr>
        </p:nvSpPr>
        <p:spPr>
          <a:xfrm>
            <a:off x="933450" y="4389438"/>
            <a:ext cx="5141913" cy="4156075"/>
          </a:xfrm>
          <a:noFill/>
        </p:spPr>
        <p:txBody>
          <a:bodyPr wrap="none" lIns="92632" tIns="46315" rIns="92632" bIns="46315" anchor="ctr"/>
          <a:lstStyle/>
          <a:p>
            <a:pPr eaLnBrk="1" hangingPunct="1"/>
            <a:endParaRPr lang="es-ES" altLang="en-US">
              <a:latin typeface="Arial" panose="020B0604020202020204" pitchFamily="34" charset="0"/>
            </a:endParaRPr>
          </a:p>
        </p:txBody>
      </p:sp>
    </p:spTree>
    <p:extLst>
      <p:ext uri="{BB962C8B-B14F-4D97-AF65-F5344CB8AC3E}">
        <p14:creationId xmlns:p14="http://schemas.microsoft.com/office/powerpoint/2010/main" val="37213130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D0DFBA06-1A5B-417D-81E2-B67DFF1ACBD0}"/>
              </a:ext>
            </a:extLst>
          </p:cNvPr>
          <p:cNvSpPr>
            <a:spLocks noGrp="1" noChangeArrowheads="1"/>
          </p:cNvSpPr>
          <p:nvPr>
            <p:ph type="sldNum" sz="quarter" idx="5"/>
          </p:nvPr>
        </p:nvSpPr>
        <p:spPr>
          <a:noFill/>
        </p:spPr>
        <p:txBody>
          <a:bodyPr/>
          <a:lstStyle>
            <a:lvl1pPr defTabSz="927100">
              <a:spcBef>
                <a:spcPct val="30000"/>
              </a:spcBef>
              <a:defRPr sz="1200">
                <a:solidFill>
                  <a:schemeClr val="tx1"/>
                </a:solidFill>
                <a:latin typeface="Arial" panose="020B0604020202020204" pitchFamily="34" charset="0"/>
              </a:defRPr>
            </a:lvl1pPr>
            <a:lvl2pPr marL="714375" indent="-274638" defTabSz="927100">
              <a:spcBef>
                <a:spcPct val="30000"/>
              </a:spcBef>
              <a:defRPr sz="1200">
                <a:solidFill>
                  <a:schemeClr val="tx1"/>
                </a:solidFill>
                <a:latin typeface="Arial" panose="020B0604020202020204" pitchFamily="34" charset="0"/>
              </a:defRPr>
            </a:lvl2pPr>
            <a:lvl3pPr marL="1098550" indent="-219075" defTabSz="927100">
              <a:spcBef>
                <a:spcPct val="30000"/>
              </a:spcBef>
              <a:defRPr sz="1200">
                <a:solidFill>
                  <a:schemeClr val="tx1"/>
                </a:solidFill>
                <a:latin typeface="Arial" panose="020B0604020202020204" pitchFamily="34" charset="0"/>
              </a:defRPr>
            </a:lvl3pPr>
            <a:lvl4pPr marL="1538288" indent="-219075" defTabSz="927100">
              <a:spcBef>
                <a:spcPct val="30000"/>
              </a:spcBef>
              <a:defRPr sz="1200">
                <a:solidFill>
                  <a:schemeClr val="tx1"/>
                </a:solidFill>
                <a:latin typeface="Arial" panose="020B0604020202020204" pitchFamily="34" charset="0"/>
              </a:defRPr>
            </a:lvl4pPr>
            <a:lvl5pPr marL="1978025" indent="-219075" defTabSz="927100">
              <a:spcBef>
                <a:spcPct val="30000"/>
              </a:spcBef>
              <a:defRPr sz="1200">
                <a:solidFill>
                  <a:schemeClr val="tx1"/>
                </a:solidFill>
                <a:latin typeface="Arial" panose="020B0604020202020204" pitchFamily="34" charset="0"/>
              </a:defRPr>
            </a:lvl5pPr>
            <a:lvl6pPr marL="2435225" indent="-219075" defTabSz="927100" eaLnBrk="0" fontAlgn="base" hangingPunct="0">
              <a:spcBef>
                <a:spcPct val="30000"/>
              </a:spcBef>
              <a:spcAft>
                <a:spcPct val="0"/>
              </a:spcAft>
              <a:defRPr sz="1200">
                <a:solidFill>
                  <a:schemeClr val="tx1"/>
                </a:solidFill>
                <a:latin typeface="Arial" panose="020B0604020202020204" pitchFamily="34" charset="0"/>
              </a:defRPr>
            </a:lvl6pPr>
            <a:lvl7pPr marL="2892425" indent="-219075" defTabSz="927100" eaLnBrk="0" fontAlgn="base" hangingPunct="0">
              <a:spcBef>
                <a:spcPct val="30000"/>
              </a:spcBef>
              <a:spcAft>
                <a:spcPct val="0"/>
              </a:spcAft>
              <a:defRPr sz="1200">
                <a:solidFill>
                  <a:schemeClr val="tx1"/>
                </a:solidFill>
                <a:latin typeface="Arial" panose="020B0604020202020204" pitchFamily="34" charset="0"/>
              </a:defRPr>
            </a:lvl7pPr>
            <a:lvl8pPr marL="3349625" indent="-219075" defTabSz="927100" eaLnBrk="0" fontAlgn="base" hangingPunct="0">
              <a:spcBef>
                <a:spcPct val="30000"/>
              </a:spcBef>
              <a:spcAft>
                <a:spcPct val="0"/>
              </a:spcAft>
              <a:defRPr sz="1200">
                <a:solidFill>
                  <a:schemeClr val="tx1"/>
                </a:solidFill>
                <a:latin typeface="Arial" panose="020B0604020202020204" pitchFamily="34" charset="0"/>
              </a:defRPr>
            </a:lvl8pPr>
            <a:lvl9pPr marL="3806825" indent="-219075" defTabSz="927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4727C80-6D63-4728-9ED8-3DD2711030C8}" type="slidenum">
              <a:rPr lang="en-US" altLang="en-US" sz="1300" smtClean="0"/>
              <a:pPr>
                <a:spcBef>
                  <a:spcPct val="0"/>
                </a:spcBef>
              </a:pPr>
              <a:t>58</a:t>
            </a:fld>
            <a:endParaRPr lang="en-US" altLang="en-US" sz="1300"/>
          </a:p>
        </p:txBody>
      </p:sp>
      <p:sp>
        <p:nvSpPr>
          <p:cNvPr id="53251" name="Rectangle 7">
            <a:extLst>
              <a:ext uri="{FF2B5EF4-FFF2-40B4-BE49-F238E27FC236}">
                <a16:creationId xmlns:a16="http://schemas.microsoft.com/office/drawing/2014/main" id="{99780CA4-6DC5-4D55-9878-44BF484C751D}"/>
              </a:ext>
            </a:extLst>
          </p:cNvPr>
          <p:cNvSpPr txBox="1">
            <a:spLocks noGrp="1" noChangeArrowheads="1"/>
          </p:cNvSpPr>
          <p:nvPr/>
        </p:nvSpPr>
        <p:spPr bwMode="auto">
          <a:xfrm>
            <a:off x="3970338" y="8769350"/>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2632" tIns="46315" rIns="92632" bIns="46315" anchor="b"/>
          <a:lstStyle>
            <a:lvl1pPr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1pPr>
            <a:lvl2pPr marL="742950" indent="-28575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2pPr>
            <a:lvl3pPr marL="11430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3pPr>
            <a:lvl4pPr marL="16002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4pPr>
            <a:lvl5pPr marL="20574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5pPr>
            <a:lvl6pPr marL="25146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6pPr>
            <a:lvl7pPr marL="29718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7pPr>
            <a:lvl8pPr marL="34290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8pPr>
            <a:lvl9pPr marL="38862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9pPr>
          </a:lstStyle>
          <a:p>
            <a:pPr algn="r">
              <a:spcBef>
                <a:spcPct val="0"/>
              </a:spcBef>
              <a:buClr>
                <a:srgbClr val="002285"/>
              </a:buClr>
              <a:buFont typeface="Times New Roman" panose="02020603050405020304" pitchFamily="18" charset="0"/>
              <a:buNone/>
            </a:pPr>
            <a:fld id="{080B0F9D-21C1-4031-A748-DAD56FB35F26}" type="slidenum">
              <a:rPr lang="en-GB" altLang="en-US">
                <a:solidFill>
                  <a:srgbClr val="000000"/>
                </a:solidFill>
                <a:latin typeface="Times New Roman" panose="02020603050405020304" pitchFamily="18" charset="0"/>
                <a:cs typeface="Lucida Sans Unicode" panose="020B0602030504020204" pitchFamily="34" charset="0"/>
              </a:rPr>
              <a:pPr algn="r">
                <a:spcBef>
                  <a:spcPct val="0"/>
                </a:spcBef>
                <a:buClr>
                  <a:srgbClr val="002285"/>
                </a:buClr>
                <a:buFont typeface="Times New Roman" panose="02020603050405020304" pitchFamily="18" charset="0"/>
                <a:buNone/>
              </a:pPr>
              <a:t>58</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53252" name="Text Box 2">
            <a:extLst>
              <a:ext uri="{FF2B5EF4-FFF2-40B4-BE49-F238E27FC236}">
                <a16:creationId xmlns:a16="http://schemas.microsoft.com/office/drawing/2014/main" id="{64CBBEBE-3BC9-4496-9D59-32C0EA5C0C40}"/>
              </a:ext>
            </a:extLst>
          </p:cNvPr>
          <p:cNvSpPr txBox="1">
            <a:spLocks noChangeArrowheads="1"/>
          </p:cNvSpPr>
          <p:nvPr/>
        </p:nvSpPr>
        <p:spPr bwMode="auto">
          <a:xfrm>
            <a:off x="1206500" y="690563"/>
            <a:ext cx="4600575" cy="3465512"/>
          </a:xfrm>
          <a:prstGeom prst="rect">
            <a:avLst/>
          </a:prstGeom>
          <a:solidFill>
            <a:srgbClr val="FFFFFF"/>
          </a:solidFill>
          <a:ln w="9360">
            <a:solidFill>
              <a:srgbClr val="000000"/>
            </a:solidFill>
            <a:miter lim="800000"/>
            <a:headEnd/>
            <a:tailEnd/>
          </a:ln>
        </p:spPr>
        <p:txBody>
          <a:bodyPr wrap="none" lIns="87803" tIns="43902" rIns="87803" bIns="43902" anchor="ctr"/>
          <a:lstStyle>
            <a:lvl1pPr defTabSz="457200">
              <a:spcBef>
                <a:spcPct val="30000"/>
              </a:spcBef>
              <a:defRPr sz="1200">
                <a:solidFill>
                  <a:schemeClr val="tx1"/>
                </a:solidFill>
                <a:latin typeface="Arial" panose="020B0604020202020204" pitchFamily="34" charset="0"/>
              </a:defRPr>
            </a:lvl1pPr>
            <a:lvl2pPr marL="742950" indent="-285750" defTabSz="457200">
              <a:spcBef>
                <a:spcPct val="30000"/>
              </a:spcBef>
              <a:defRPr sz="1200">
                <a:solidFill>
                  <a:schemeClr val="tx1"/>
                </a:solidFill>
                <a:latin typeface="Arial" panose="020B0604020202020204" pitchFamily="34" charset="0"/>
              </a:defRPr>
            </a:lvl2pPr>
            <a:lvl3pPr marL="1143000" indent="-228600" defTabSz="457200">
              <a:spcBef>
                <a:spcPct val="30000"/>
              </a:spcBef>
              <a:defRPr sz="1200">
                <a:solidFill>
                  <a:schemeClr val="tx1"/>
                </a:solidFill>
                <a:latin typeface="Arial" panose="020B0604020202020204" pitchFamily="34" charset="0"/>
              </a:defRPr>
            </a:lvl3pPr>
            <a:lvl4pPr marL="1600200" indent="-228600" defTabSz="457200">
              <a:spcBef>
                <a:spcPct val="30000"/>
              </a:spcBef>
              <a:defRPr sz="1200">
                <a:solidFill>
                  <a:schemeClr val="tx1"/>
                </a:solidFill>
                <a:latin typeface="Arial" panose="020B0604020202020204" pitchFamily="34" charset="0"/>
              </a:defRPr>
            </a:lvl4pPr>
            <a:lvl5pPr marL="2057400" indent="-228600" defTabSz="457200">
              <a:spcBef>
                <a:spcPct val="30000"/>
              </a:spcBef>
              <a:defRPr sz="1200">
                <a:solidFill>
                  <a:schemeClr val="tx1"/>
                </a:solidFill>
                <a:latin typeface="Arial" panose="020B0604020202020204" pitchFamily="34" charset="0"/>
              </a:defRPr>
            </a:lvl5pPr>
            <a:lvl6pPr marL="2514600" indent="-228600" defTabSz="457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457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457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457200" eaLnBrk="0" fontAlgn="base" hangingPunct="0">
              <a:spcBef>
                <a:spcPct val="30000"/>
              </a:spcBef>
              <a:spcAft>
                <a:spcPct val="0"/>
              </a:spcAft>
              <a:defRPr sz="1200">
                <a:solidFill>
                  <a:schemeClr val="tx1"/>
                </a:solidFill>
                <a:latin typeface="Arial" panose="020B0604020202020204" pitchFamily="34" charset="0"/>
              </a:defRPr>
            </a:lvl9pPr>
          </a:lstStyle>
          <a:p>
            <a:pPr>
              <a:lnSpc>
                <a:spcPct val="95000"/>
              </a:lnSpc>
              <a:spcBef>
                <a:spcPct val="0"/>
              </a:spcBef>
              <a:buClr>
                <a:srgbClr val="003399"/>
              </a:buClr>
              <a:buFont typeface="Times New Roman" panose="02020603050405020304" pitchFamily="18" charset="0"/>
              <a:buNone/>
            </a:pPr>
            <a:endParaRPr lang="es-ES" altLang="en-US" sz="2300">
              <a:solidFill>
                <a:schemeClr val="bg1"/>
              </a:solidFill>
              <a:latin typeface="Times New Roman" panose="02020603050405020304" pitchFamily="18" charset="0"/>
              <a:cs typeface="Lucida Sans Unicode" panose="020B0602030504020204" pitchFamily="34" charset="0"/>
            </a:endParaRPr>
          </a:p>
        </p:txBody>
      </p:sp>
      <p:sp>
        <p:nvSpPr>
          <p:cNvPr id="53253" name="Rectangle 3">
            <a:extLst>
              <a:ext uri="{FF2B5EF4-FFF2-40B4-BE49-F238E27FC236}">
                <a16:creationId xmlns:a16="http://schemas.microsoft.com/office/drawing/2014/main" id="{1DE6BD56-9718-4E23-B476-3A4C1C7F6316}"/>
              </a:ext>
            </a:extLst>
          </p:cNvPr>
          <p:cNvSpPr>
            <a:spLocks noGrp="1" noChangeArrowheads="1"/>
          </p:cNvSpPr>
          <p:nvPr>
            <p:ph type="body"/>
          </p:nvPr>
        </p:nvSpPr>
        <p:spPr>
          <a:xfrm>
            <a:off x="933450" y="4389438"/>
            <a:ext cx="5141913" cy="4156075"/>
          </a:xfrm>
          <a:noFill/>
        </p:spPr>
        <p:txBody>
          <a:bodyPr wrap="none" lIns="92632" tIns="46315" rIns="92632" bIns="46315" anchor="ctr"/>
          <a:lstStyle/>
          <a:p>
            <a:pPr eaLnBrk="1" hangingPunct="1"/>
            <a:endParaRPr lang="es-ES" altLang="en-US">
              <a:latin typeface="Arial" panose="020B0604020202020204" pitchFamily="34" charset="0"/>
            </a:endParaRPr>
          </a:p>
        </p:txBody>
      </p:sp>
    </p:spTree>
    <p:extLst>
      <p:ext uri="{BB962C8B-B14F-4D97-AF65-F5344CB8AC3E}">
        <p14:creationId xmlns:p14="http://schemas.microsoft.com/office/powerpoint/2010/main" val="3850124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D0DFBA06-1A5B-417D-81E2-B67DFF1ACBD0}"/>
              </a:ext>
            </a:extLst>
          </p:cNvPr>
          <p:cNvSpPr>
            <a:spLocks noGrp="1" noChangeArrowheads="1"/>
          </p:cNvSpPr>
          <p:nvPr>
            <p:ph type="sldNum" sz="quarter" idx="5"/>
          </p:nvPr>
        </p:nvSpPr>
        <p:spPr>
          <a:noFill/>
        </p:spPr>
        <p:txBody>
          <a:bodyPr/>
          <a:lstStyle>
            <a:lvl1pPr defTabSz="927100">
              <a:spcBef>
                <a:spcPct val="30000"/>
              </a:spcBef>
              <a:defRPr sz="1200">
                <a:solidFill>
                  <a:schemeClr val="tx1"/>
                </a:solidFill>
                <a:latin typeface="Arial" panose="020B0604020202020204" pitchFamily="34" charset="0"/>
              </a:defRPr>
            </a:lvl1pPr>
            <a:lvl2pPr marL="714375" indent="-274638" defTabSz="927100">
              <a:spcBef>
                <a:spcPct val="30000"/>
              </a:spcBef>
              <a:defRPr sz="1200">
                <a:solidFill>
                  <a:schemeClr val="tx1"/>
                </a:solidFill>
                <a:latin typeface="Arial" panose="020B0604020202020204" pitchFamily="34" charset="0"/>
              </a:defRPr>
            </a:lvl2pPr>
            <a:lvl3pPr marL="1098550" indent="-219075" defTabSz="927100">
              <a:spcBef>
                <a:spcPct val="30000"/>
              </a:spcBef>
              <a:defRPr sz="1200">
                <a:solidFill>
                  <a:schemeClr val="tx1"/>
                </a:solidFill>
                <a:latin typeface="Arial" panose="020B0604020202020204" pitchFamily="34" charset="0"/>
              </a:defRPr>
            </a:lvl3pPr>
            <a:lvl4pPr marL="1538288" indent="-219075" defTabSz="927100">
              <a:spcBef>
                <a:spcPct val="30000"/>
              </a:spcBef>
              <a:defRPr sz="1200">
                <a:solidFill>
                  <a:schemeClr val="tx1"/>
                </a:solidFill>
                <a:latin typeface="Arial" panose="020B0604020202020204" pitchFamily="34" charset="0"/>
              </a:defRPr>
            </a:lvl4pPr>
            <a:lvl5pPr marL="1978025" indent="-219075" defTabSz="927100">
              <a:spcBef>
                <a:spcPct val="30000"/>
              </a:spcBef>
              <a:defRPr sz="1200">
                <a:solidFill>
                  <a:schemeClr val="tx1"/>
                </a:solidFill>
                <a:latin typeface="Arial" panose="020B0604020202020204" pitchFamily="34" charset="0"/>
              </a:defRPr>
            </a:lvl5pPr>
            <a:lvl6pPr marL="2435225" indent="-219075" defTabSz="927100" eaLnBrk="0" fontAlgn="base" hangingPunct="0">
              <a:spcBef>
                <a:spcPct val="30000"/>
              </a:spcBef>
              <a:spcAft>
                <a:spcPct val="0"/>
              </a:spcAft>
              <a:defRPr sz="1200">
                <a:solidFill>
                  <a:schemeClr val="tx1"/>
                </a:solidFill>
                <a:latin typeface="Arial" panose="020B0604020202020204" pitchFamily="34" charset="0"/>
              </a:defRPr>
            </a:lvl6pPr>
            <a:lvl7pPr marL="2892425" indent="-219075" defTabSz="927100" eaLnBrk="0" fontAlgn="base" hangingPunct="0">
              <a:spcBef>
                <a:spcPct val="30000"/>
              </a:spcBef>
              <a:spcAft>
                <a:spcPct val="0"/>
              </a:spcAft>
              <a:defRPr sz="1200">
                <a:solidFill>
                  <a:schemeClr val="tx1"/>
                </a:solidFill>
                <a:latin typeface="Arial" panose="020B0604020202020204" pitchFamily="34" charset="0"/>
              </a:defRPr>
            </a:lvl7pPr>
            <a:lvl8pPr marL="3349625" indent="-219075" defTabSz="927100" eaLnBrk="0" fontAlgn="base" hangingPunct="0">
              <a:spcBef>
                <a:spcPct val="30000"/>
              </a:spcBef>
              <a:spcAft>
                <a:spcPct val="0"/>
              </a:spcAft>
              <a:defRPr sz="1200">
                <a:solidFill>
                  <a:schemeClr val="tx1"/>
                </a:solidFill>
                <a:latin typeface="Arial" panose="020B0604020202020204" pitchFamily="34" charset="0"/>
              </a:defRPr>
            </a:lvl8pPr>
            <a:lvl9pPr marL="3806825" indent="-219075" defTabSz="927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4727C80-6D63-4728-9ED8-3DD2711030C8}" type="slidenum">
              <a:rPr lang="en-US" altLang="en-US" sz="1300" smtClean="0"/>
              <a:pPr>
                <a:spcBef>
                  <a:spcPct val="0"/>
                </a:spcBef>
              </a:pPr>
              <a:t>59</a:t>
            </a:fld>
            <a:endParaRPr lang="en-US" altLang="en-US" sz="1300"/>
          </a:p>
        </p:txBody>
      </p:sp>
      <p:sp>
        <p:nvSpPr>
          <p:cNvPr id="53251" name="Rectangle 7">
            <a:extLst>
              <a:ext uri="{FF2B5EF4-FFF2-40B4-BE49-F238E27FC236}">
                <a16:creationId xmlns:a16="http://schemas.microsoft.com/office/drawing/2014/main" id="{99780CA4-6DC5-4D55-9878-44BF484C751D}"/>
              </a:ext>
            </a:extLst>
          </p:cNvPr>
          <p:cNvSpPr txBox="1">
            <a:spLocks noGrp="1" noChangeArrowheads="1"/>
          </p:cNvSpPr>
          <p:nvPr/>
        </p:nvSpPr>
        <p:spPr bwMode="auto">
          <a:xfrm>
            <a:off x="3970338" y="8769350"/>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2632" tIns="46315" rIns="92632" bIns="46315" anchor="b"/>
          <a:lstStyle>
            <a:lvl1pPr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1pPr>
            <a:lvl2pPr marL="742950" indent="-28575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2pPr>
            <a:lvl3pPr marL="11430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3pPr>
            <a:lvl4pPr marL="16002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4pPr>
            <a:lvl5pPr marL="20574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5pPr>
            <a:lvl6pPr marL="25146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6pPr>
            <a:lvl7pPr marL="29718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7pPr>
            <a:lvl8pPr marL="34290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8pPr>
            <a:lvl9pPr marL="38862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9pPr>
          </a:lstStyle>
          <a:p>
            <a:pPr algn="r">
              <a:spcBef>
                <a:spcPct val="0"/>
              </a:spcBef>
              <a:buClr>
                <a:srgbClr val="002285"/>
              </a:buClr>
              <a:buFont typeface="Times New Roman" panose="02020603050405020304" pitchFamily="18" charset="0"/>
              <a:buNone/>
            </a:pPr>
            <a:fld id="{080B0F9D-21C1-4031-A748-DAD56FB35F26}" type="slidenum">
              <a:rPr lang="en-GB" altLang="en-US">
                <a:solidFill>
                  <a:srgbClr val="000000"/>
                </a:solidFill>
                <a:latin typeface="Times New Roman" panose="02020603050405020304" pitchFamily="18" charset="0"/>
                <a:cs typeface="Lucida Sans Unicode" panose="020B0602030504020204" pitchFamily="34" charset="0"/>
              </a:rPr>
              <a:pPr algn="r">
                <a:spcBef>
                  <a:spcPct val="0"/>
                </a:spcBef>
                <a:buClr>
                  <a:srgbClr val="002285"/>
                </a:buClr>
                <a:buFont typeface="Times New Roman" panose="02020603050405020304" pitchFamily="18" charset="0"/>
                <a:buNone/>
              </a:pPr>
              <a:t>59</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53252" name="Text Box 2">
            <a:extLst>
              <a:ext uri="{FF2B5EF4-FFF2-40B4-BE49-F238E27FC236}">
                <a16:creationId xmlns:a16="http://schemas.microsoft.com/office/drawing/2014/main" id="{64CBBEBE-3BC9-4496-9D59-32C0EA5C0C40}"/>
              </a:ext>
            </a:extLst>
          </p:cNvPr>
          <p:cNvSpPr txBox="1">
            <a:spLocks noChangeArrowheads="1"/>
          </p:cNvSpPr>
          <p:nvPr/>
        </p:nvSpPr>
        <p:spPr bwMode="auto">
          <a:xfrm>
            <a:off x="1206500" y="690563"/>
            <a:ext cx="4600575" cy="3465512"/>
          </a:xfrm>
          <a:prstGeom prst="rect">
            <a:avLst/>
          </a:prstGeom>
          <a:solidFill>
            <a:srgbClr val="FFFFFF"/>
          </a:solidFill>
          <a:ln w="9360">
            <a:solidFill>
              <a:srgbClr val="000000"/>
            </a:solidFill>
            <a:miter lim="800000"/>
            <a:headEnd/>
            <a:tailEnd/>
          </a:ln>
        </p:spPr>
        <p:txBody>
          <a:bodyPr wrap="none" lIns="87803" tIns="43902" rIns="87803" bIns="43902" anchor="ctr"/>
          <a:lstStyle>
            <a:lvl1pPr defTabSz="457200">
              <a:spcBef>
                <a:spcPct val="30000"/>
              </a:spcBef>
              <a:defRPr sz="1200">
                <a:solidFill>
                  <a:schemeClr val="tx1"/>
                </a:solidFill>
                <a:latin typeface="Arial" panose="020B0604020202020204" pitchFamily="34" charset="0"/>
              </a:defRPr>
            </a:lvl1pPr>
            <a:lvl2pPr marL="742950" indent="-285750" defTabSz="457200">
              <a:spcBef>
                <a:spcPct val="30000"/>
              </a:spcBef>
              <a:defRPr sz="1200">
                <a:solidFill>
                  <a:schemeClr val="tx1"/>
                </a:solidFill>
                <a:latin typeface="Arial" panose="020B0604020202020204" pitchFamily="34" charset="0"/>
              </a:defRPr>
            </a:lvl2pPr>
            <a:lvl3pPr marL="1143000" indent="-228600" defTabSz="457200">
              <a:spcBef>
                <a:spcPct val="30000"/>
              </a:spcBef>
              <a:defRPr sz="1200">
                <a:solidFill>
                  <a:schemeClr val="tx1"/>
                </a:solidFill>
                <a:latin typeface="Arial" panose="020B0604020202020204" pitchFamily="34" charset="0"/>
              </a:defRPr>
            </a:lvl3pPr>
            <a:lvl4pPr marL="1600200" indent="-228600" defTabSz="457200">
              <a:spcBef>
                <a:spcPct val="30000"/>
              </a:spcBef>
              <a:defRPr sz="1200">
                <a:solidFill>
                  <a:schemeClr val="tx1"/>
                </a:solidFill>
                <a:latin typeface="Arial" panose="020B0604020202020204" pitchFamily="34" charset="0"/>
              </a:defRPr>
            </a:lvl4pPr>
            <a:lvl5pPr marL="2057400" indent="-228600" defTabSz="457200">
              <a:spcBef>
                <a:spcPct val="30000"/>
              </a:spcBef>
              <a:defRPr sz="1200">
                <a:solidFill>
                  <a:schemeClr val="tx1"/>
                </a:solidFill>
                <a:latin typeface="Arial" panose="020B0604020202020204" pitchFamily="34" charset="0"/>
              </a:defRPr>
            </a:lvl5pPr>
            <a:lvl6pPr marL="2514600" indent="-228600" defTabSz="457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457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457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457200" eaLnBrk="0" fontAlgn="base" hangingPunct="0">
              <a:spcBef>
                <a:spcPct val="30000"/>
              </a:spcBef>
              <a:spcAft>
                <a:spcPct val="0"/>
              </a:spcAft>
              <a:defRPr sz="1200">
                <a:solidFill>
                  <a:schemeClr val="tx1"/>
                </a:solidFill>
                <a:latin typeface="Arial" panose="020B0604020202020204" pitchFamily="34" charset="0"/>
              </a:defRPr>
            </a:lvl9pPr>
          </a:lstStyle>
          <a:p>
            <a:pPr>
              <a:lnSpc>
                <a:spcPct val="95000"/>
              </a:lnSpc>
              <a:spcBef>
                <a:spcPct val="0"/>
              </a:spcBef>
              <a:buClr>
                <a:srgbClr val="003399"/>
              </a:buClr>
              <a:buFont typeface="Times New Roman" panose="02020603050405020304" pitchFamily="18" charset="0"/>
              <a:buNone/>
            </a:pPr>
            <a:endParaRPr lang="es-ES" altLang="en-US" sz="2300">
              <a:solidFill>
                <a:schemeClr val="bg1"/>
              </a:solidFill>
              <a:latin typeface="Times New Roman" panose="02020603050405020304" pitchFamily="18" charset="0"/>
              <a:cs typeface="Lucida Sans Unicode" panose="020B0602030504020204" pitchFamily="34" charset="0"/>
            </a:endParaRPr>
          </a:p>
        </p:txBody>
      </p:sp>
      <p:sp>
        <p:nvSpPr>
          <p:cNvPr id="53253" name="Rectangle 3">
            <a:extLst>
              <a:ext uri="{FF2B5EF4-FFF2-40B4-BE49-F238E27FC236}">
                <a16:creationId xmlns:a16="http://schemas.microsoft.com/office/drawing/2014/main" id="{1DE6BD56-9718-4E23-B476-3A4C1C7F6316}"/>
              </a:ext>
            </a:extLst>
          </p:cNvPr>
          <p:cNvSpPr>
            <a:spLocks noGrp="1" noChangeArrowheads="1"/>
          </p:cNvSpPr>
          <p:nvPr>
            <p:ph type="body"/>
          </p:nvPr>
        </p:nvSpPr>
        <p:spPr>
          <a:xfrm>
            <a:off x="933450" y="4389438"/>
            <a:ext cx="5141913" cy="4156075"/>
          </a:xfrm>
          <a:noFill/>
        </p:spPr>
        <p:txBody>
          <a:bodyPr wrap="none" lIns="92632" tIns="46315" rIns="92632" bIns="46315" anchor="ctr"/>
          <a:lstStyle/>
          <a:p>
            <a:pPr eaLnBrk="1" hangingPunct="1"/>
            <a:endParaRPr lang="es-ES" altLang="en-US">
              <a:latin typeface="Arial" panose="020B0604020202020204" pitchFamily="34" charset="0"/>
            </a:endParaRPr>
          </a:p>
        </p:txBody>
      </p:sp>
    </p:spTree>
    <p:extLst>
      <p:ext uri="{BB962C8B-B14F-4D97-AF65-F5344CB8AC3E}">
        <p14:creationId xmlns:p14="http://schemas.microsoft.com/office/powerpoint/2010/main" val="11711062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D0DFBA06-1A5B-417D-81E2-B67DFF1ACBD0}"/>
              </a:ext>
            </a:extLst>
          </p:cNvPr>
          <p:cNvSpPr>
            <a:spLocks noGrp="1" noChangeArrowheads="1"/>
          </p:cNvSpPr>
          <p:nvPr>
            <p:ph type="sldNum" sz="quarter" idx="5"/>
          </p:nvPr>
        </p:nvSpPr>
        <p:spPr>
          <a:noFill/>
        </p:spPr>
        <p:txBody>
          <a:bodyPr/>
          <a:lstStyle>
            <a:lvl1pPr defTabSz="927100">
              <a:spcBef>
                <a:spcPct val="30000"/>
              </a:spcBef>
              <a:defRPr sz="1200">
                <a:solidFill>
                  <a:schemeClr val="tx1"/>
                </a:solidFill>
                <a:latin typeface="Arial" panose="020B0604020202020204" pitchFamily="34" charset="0"/>
              </a:defRPr>
            </a:lvl1pPr>
            <a:lvl2pPr marL="714375" indent="-274638" defTabSz="927100">
              <a:spcBef>
                <a:spcPct val="30000"/>
              </a:spcBef>
              <a:defRPr sz="1200">
                <a:solidFill>
                  <a:schemeClr val="tx1"/>
                </a:solidFill>
                <a:latin typeface="Arial" panose="020B0604020202020204" pitchFamily="34" charset="0"/>
              </a:defRPr>
            </a:lvl2pPr>
            <a:lvl3pPr marL="1098550" indent="-219075" defTabSz="927100">
              <a:spcBef>
                <a:spcPct val="30000"/>
              </a:spcBef>
              <a:defRPr sz="1200">
                <a:solidFill>
                  <a:schemeClr val="tx1"/>
                </a:solidFill>
                <a:latin typeface="Arial" panose="020B0604020202020204" pitchFamily="34" charset="0"/>
              </a:defRPr>
            </a:lvl3pPr>
            <a:lvl4pPr marL="1538288" indent="-219075" defTabSz="927100">
              <a:spcBef>
                <a:spcPct val="30000"/>
              </a:spcBef>
              <a:defRPr sz="1200">
                <a:solidFill>
                  <a:schemeClr val="tx1"/>
                </a:solidFill>
                <a:latin typeface="Arial" panose="020B0604020202020204" pitchFamily="34" charset="0"/>
              </a:defRPr>
            </a:lvl4pPr>
            <a:lvl5pPr marL="1978025" indent="-219075" defTabSz="927100">
              <a:spcBef>
                <a:spcPct val="30000"/>
              </a:spcBef>
              <a:defRPr sz="1200">
                <a:solidFill>
                  <a:schemeClr val="tx1"/>
                </a:solidFill>
                <a:latin typeface="Arial" panose="020B0604020202020204" pitchFamily="34" charset="0"/>
              </a:defRPr>
            </a:lvl5pPr>
            <a:lvl6pPr marL="2435225" indent="-219075" defTabSz="927100" eaLnBrk="0" fontAlgn="base" hangingPunct="0">
              <a:spcBef>
                <a:spcPct val="30000"/>
              </a:spcBef>
              <a:spcAft>
                <a:spcPct val="0"/>
              </a:spcAft>
              <a:defRPr sz="1200">
                <a:solidFill>
                  <a:schemeClr val="tx1"/>
                </a:solidFill>
                <a:latin typeface="Arial" panose="020B0604020202020204" pitchFamily="34" charset="0"/>
              </a:defRPr>
            </a:lvl6pPr>
            <a:lvl7pPr marL="2892425" indent="-219075" defTabSz="927100" eaLnBrk="0" fontAlgn="base" hangingPunct="0">
              <a:spcBef>
                <a:spcPct val="30000"/>
              </a:spcBef>
              <a:spcAft>
                <a:spcPct val="0"/>
              </a:spcAft>
              <a:defRPr sz="1200">
                <a:solidFill>
                  <a:schemeClr val="tx1"/>
                </a:solidFill>
                <a:latin typeface="Arial" panose="020B0604020202020204" pitchFamily="34" charset="0"/>
              </a:defRPr>
            </a:lvl7pPr>
            <a:lvl8pPr marL="3349625" indent="-219075" defTabSz="927100" eaLnBrk="0" fontAlgn="base" hangingPunct="0">
              <a:spcBef>
                <a:spcPct val="30000"/>
              </a:spcBef>
              <a:spcAft>
                <a:spcPct val="0"/>
              </a:spcAft>
              <a:defRPr sz="1200">
                <a:solidFill>
                  <a:schemeClr val="tx1"/>
                </a:solidFill>
                <a:latin typeface="Arial" panose="020B0604020202020204" pitchFamily="34" charset="0"/>
              </a:defRPr>
            </a:lvl8pPr>
            <a:lvl9pPr marL="3806825" indent="-219075" defTabSz="927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4727C80-6D63-4728-9ED8-3DD2711030C8}" type="slidenum">
              <a:rPr lang="en-US" altLang="en-US" sz="1300" smtClean="0"/>
              <a:pPr>
                <a:spcBef>
                  <a:spcPct val="0"/>
                </a:spcBef>
              </a:pPr>
              <a:t>60</a:t>
            </a:fld>
            <a:endParaRPr lang="en-US" altLang="en-US" sz="1300"/>
          </a:p>
        </p:txBody>
      </p:sp>
      <p:sp>
        <p:nvSpPr>
          <p:cNvPr id="53251" name="Rectangle 7">
            <a:extLst>
              <a:ext uri="{FF2B5EF4-FFF2-40B4-BE49-F238E27FC236}">
                <a16:creationId xmlns:a16="http://schemas.microsoft.com/office/drawing/2014/main" id="{99780CA4-6DC5-4D55-9878-44BF484C751D}"/>
              </a:ext>
            </a:extLst>
          </p:cNvPr>
          <p:cNvSpPr txBox="1">
            <a:spLocks noGrp="1" noChangeArrowheads="1"/>
          </p:cNvSpPr>
          <p:nvPr/>
        </p:nvSpPr>
        <p:spPr bwMode="auto">
          <a:xfrm>
            <a:off x="3970338" y="8769350"/>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2632" tIns="46315" rIns="92632" bIns="46315" anchor="b"/>
          <a:lstStyle>
            <a:lvl1pPr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1pPr>
            <a:lvl2pPr marL="742950" indent="-28575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2pPr>
            <a:lvl3pPr marL="11430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3pPr>
            <a:lvl4pPr marL="16002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4pPr>
            <a:lvl5pPr marL="20574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5pPr>
            <a:lvl6pPr marL="25146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6pPr>
            <a:lvl7pPr marL="29718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7pPr>
            <a:lvl8pPr marL="34290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8pPr>
            <a:lvl9pPr marL="38862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9pPr>
          </a:lstStyle>
          <a:p>
            <a:pPr algn="r">
              <a:spcBef>
                <a:spcPct val="0"/>
              </a:spcBef>
              <a:buClr>
                <a:srgbClr val="002285"/>
              </a:buClr>
              <a:buFont typeface="Times New Roman" panose="02020603050405020304" pitchFamily="18" charset="0"/>
              <a:buNone/>
            </a:pPr>
            <a:fld id="{080B0F9D-21C1-4031-A748-DAD56FB35F26}" type="slidenum">
              <a:rPr lang="en-GB" altLang="en-US">
                <a:solidFill>
                  <a:srgbClr val="000000"/>
                </a:solidFill>
                <a:latin typeface="Times New Roman" panose="02020603050405020304" pitchFamily="18" charset="0"/>
                <a:cs typeface="Lucida Sans Unicode" panose="020B0602030504020204" pitchFamily="34" charset="0"/>
              </a:rPr>
              <a:pPr algn="r">
                <a:spcBef>
                  <a:spcPct val="0"/>
                </a:spcBef>
                <a:buClr>
                  <a:srgbClr val="002285"/>
                </a:buClr>
                <a:buFont typeface="Times New Roman" panose="02020603050405020304" pitchFamily="18" charset="0"/>
                <a:buNone/>
              </a:pPr>
              <a:t>60</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53252" name="Text Box 2">
            <a:extLst>
              <a:ext uri="{FF2B5EF4-FFF2-40B4-BE49-F238E27FC236}">
                <a16:creationId xmlns:a16="http://schemas.microsoft.com/office/drawing/2014/main" id="{64CBBEBE-3BC9-4496-9D59-32C0EA5C0C40}"/>
              </a:ext>
            </a:extLst>
          </p:cNvPr>
          <p:cNvSpPr txBox="1">
            <a:spLocks noChangeArrowheads="1"/>
          </p:cNvSpPr>
          <p:nvPr/>
        </p:nvSpPr>
        <p:spPr bwMode="auto">
          <a:xfrm>
            <a:off x="1206500" y="690563"/>
            <a:ext cx="4600575" cy="3465512"/>
          </a:xfrm>
          <a:prstGeom prst="rect">
            <a:avLst/>
          </a:prstGeom>
          <a:solidFill>
            <a:srgbClr val="FFFFFF"/>
          </a:solidFill>
          <a:ln w="9360">
            <a:solidFill>
              <a:srgbClr val="000000"/>
            </a:solidFill>
            <a:miter lim="800000"/>
            <a:headEnd/>
            <a:tailEnd/>
          </a:ln>
        </p:spPr>
        <p:txBody>
          <a:bodyPr wrap="none" lIns="87803" tIns="43902" rIns="87803" bIns="43902" anchor="ctr"/>
          <a:lstStyle>
            <a:lvl1pPr defTabSz="457200">
              <a:spcBef>
                <a:spcPct val="30000"/>
              </a:spcBef>
              <a:defRPr sz="1200">
                <a:solidFill>
                  <a:schemeClr val="tx1"/>
                </a:solidFill>
                <a:latin typeface="Arial" panose="020B0604020202020204" pitchFamily="34" charset="0"/>
              </a:defRPr>
            </a:lvl1pPr>
            <a:lvl2pPr marL="742950" indent="-285750" defTabSz="457200">
              <a:spcBef>
                <a:spcPct val="30000"/>
              </a:spcBef>
              <a:defRPr sz="1200">
                <a:solidFill>
                  <a:schemeClr val="tx1"/>
                </a:solidFill>
                <a:latin typeface="Arial" panose="020B0604020202020204" pitchFamily="34" charset="0"/>
              </a:defRPr>
            </a:lvl2pPr>
            <a:lvl3pPr marL="1143000" indent="-228600" defTabSz="457200">
              <a:spcBef>
                <a:spcPct val="30000"/>
              </a:spcBef>
              <a:defRPr sz="1200">
                <a:solidFill>
                  <a:schemeClr val="tx1"/>
                </a:solidFill>
                <a:latin typeface="Arial" panose="020B0604020202020204" pitchFamily="34" charset="0"/>
              </a:defRPr>
            </a:lvl3pPr>
            <a:lvl4pPr marL="1600200" indent="-228600" defTabSz="457200">
              <a:spcBef>
                <a:spcPct val="30000"/>
              </a:spcBef>
              <a:defRPr sz="1200">
                <a:solidFill>
                  <a:schemeClr val="tx1"/>
                </a:solidFill>
                <a:latin typeface="Arial" panose="020B0604020202020204" pitchFamily="34" charset="0"/>
              </a:defRPr>
            </a:lvl4pPr>
            <a:lvl5pPr marL="2057400" indent="-228600" defTabSz="457200">
              <a:spcBef>
                <a:spcPct val="30000"/>
              </a:spcBef>
              <a:defRPr sz="1200">
                <a:solidFill>
                  <a:schemeClr val="tx1"/>
                </a:solidFill>
                <a:latin typeface="Arial" panose="020B0604020202020204" pitchFamily="34" charset="0"/>
              </a:defRPr>
            </a:lvl5pPr>
            <a:lvl6pPr marL="2514600" indent="-228600" defTabSz="457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457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457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457200" eaLnBrk="0" fontAlgn="base" hangingPunct="0">
              <a:spcBef>
                <a:spcPct val="30000"/>
              </a:spcBef>
              <a:spcAft>
                <a:spcPct val="0"/>
              </a:spcAft>
              <a:defRPr sz="1200">
                <a:solidFill>
                  <a:schemeClr val="tx1"/>
                </a:solidFill>
                <a:latin typeface="Arial" panose="020B0604020202020204" pitchFamily="34" charset="0"/>
              </a:defRPr>
            </a:lvl9pPr>
          </a:lstStyle>
          <a:p>
            <a:pPr>
              <a:lnSpc>
                <a:spcPct val="95000"/>
              </a:lnSpc>
              <a:spcBef>
                <a:spcPct val="0"/>
              </a:spcBef>
              <a:buClr>
                <a:srgbClr val="003399"/>
              </a:buClr>
              <a:buFont typeface="Times New Roman" panose="02020603050405020304" pitchFamily="18" charset="0"/>
              <a:buNone/>
            </a:pPr>
            <a:endParaRPr lang="es-ES" altLang="en-US" sz="2300">
              <a:solidFill>
                <a:schemeClr val="bg1"/>
              </a:solidFill>
              <a:latin typeface="Times New Roman" panose="02020603050405020304" pitchFamily="18" charset="0"/>
              <a:cs typeface="Lucida Sans Unicode" panose="020B0602030504020204" pitchFamily="34" charset="0"/>
            </a:endParaRPr>
          </a:p>
        </p:txBody>
      </p:sp>
      <p:sp>
        <p:nvSpPr>
          <p:cNvPr id="53253" name="Rectangle 3">
            <a:extLst>
              <a:ext uri="{FF2B5EF4-FFF2-40B4-BE49-F238E27FC236}">
                <a16:creationId xmlns:a16="http://schemas.microsoft.com/office/drawing/2014/main" id="{1DE6BD56-9718-4E23-B476-3A4C1C7F6316}"/>
              </a:ext>
            </a:extLst>
          </p:cNvPr>
          <p:cNvSpPr>
            <a:spLocks noGrp="1" noChangeArrowheads="1"/>
          </p:cNvSpPr>
          <p:nvPr>
            <p:ph type="body"/>
          </p:nvPr>
        </p:nvSpPr>
        <p:spPr>
          <a:xfrm>
            <a:off x="933450" y="4389438"/>
            <a:ext cx="5141913" cy="4156075"/>
          </a:xfrm>
          <a:noFill/>
        </p:spPr>
        <p:txBody>
          <a:bodyPr wrap="none" lIns="92632" tIns="46315" rIns="92632" bIns="46315" anchor="ctr"/>
          <a:lstStyle/>
          <a:p>
            <a:pPr eaLnBrk="1" hangingPunct="1"/>
            <a:endParaRPr lang="es-ES" altLang="en-US">
              <a:latin typeface="Arial" panose="020B0604020202020204" pitchFamily="34" charset="0"/>
            </a:endParaRPr>
          </a:p>
        </p:txBody>
      </p:sp>
    </p:spTree>
    <p:extLst>
      <p:ext uri="{BB962C8B-B14F-4D97-AF65-F5344CB8AC3E}">
        <p14:creationId xmlns:p14="http://schemas.microsoft.com/office/powerpoint/2010/main" val="24282405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D0DFBA06-1A5B-417D-81E2-B67DFF1ACBD0}"/>
              </a:ext>
            </a:extLst>
          </p:cNvPr>
          <p:cNvSpPr>
            <a:spLocks noGrp="1" noChangeArrowheads="1"/>
          </p:cNvSpPr>
          <p:nvPr>
            <p:ph type="sldNum" sz="quarter" idx="5"/>
          </p:nvPr>
        </p:nvSpPr>
        <p:spPr>
          <a:noFill/>
        </p:spPr>
        <p:txBody>
          <a:bodyPr/>
          <a:lstStyle>
            <a:lvl1pPr defTabSz="927100">
              <a:spcBef>
                <a:spcPct val="30000"/>
              </a:spcBef>
              <a:defRPr sz="1200">
                <a:solidFill>
                  <a:schemeClr val="tx1"/>
                </a:solidFill>
                <a:latin typeface="Arial" panose="020B0604020202020204" pitchFamily="34" charset="0"/>
              </a:defRPr>
            </a:lvl1pPr>
            <a:lvl2pPr marL="714375" indent="-274638" defTabSz="927100">
              <a:spcBef>
                <a:spcPct val="30000"/>
              </a:spcBef>
              <a:defRPr sz="1200">
                <a:solidFill>
                  <a:schemeClr val="tx1"/>
                </a:solidFill>
                <a:latin typeface="Arial" panose="020B0604020202020204" pitchFamily="34" charset="0"/>
              </a:defRPr>
            </a:lvl2pPr>
            <a:lvl3pPr marL="1098550" indent="-219075" defTabSz="927100">
              <a:spcBef>
                <a:spcPct val="30000"/>
              </a:spcBef>
              <a:defRPr sz="1200">
                <a:solidFill>
                  <a:schemeClr val="tx1"/>
                </a:solidFill>
                <a:latin typeface="Arial" panose="020B0604020202020204" pitchFamily="34" charset="0"/>
              </a:defRPr>
            </a:lvl3pPr>
            <a:lvl4pPr marL="1538288" indent="-219075" defTabSz="927100">
              <a:spcBef>
                <a:spcPct val="30000"/>
              </a:spcBef>
              <a:defRPr sz="1200">
                <a:solidFill>
                  <a:schemeClr val="tx1"/>
                </a:solidFill>
                <a:latin typeface="Arial" panose="020B0604020202020204" pitchFamily="34" charset="0"/>
              </a:defRPr>
            </a:lvl4pPr>
            <a:lvl5pPr marL="1978025" indent="-219075" defTabSz="927100">
              <a:spcBef>
                <a:spcPct val="30000"/>
              </a:spcBef>
              <a:defRPr sz="1200">
                <a:solidFill>
                  <a:schemeClr val="tx1"/>
                </a:solidFill>
                <a:latin typeface="Arial" panose="020B0604020202020204" pitchFamily="34" charset="0"/>
              </a:defRPr>
            </a:lvl5pPr>
            <a:lvl6pPr marL="2435225" indent="-219075" defTabSz="927100" eaLnBrk="0" fontAlgn="base" hangingPunct="0">
              <a:spcBef>
                <a:spcPct val="30000"/>
              </a:spcBef>
              <a:spcAft>
                <a:spcPct val="0"/>
              </a:spcAft>
              <a:defRPr sz="1200">
                <a:solidFill>
                  <a:schemeClr val="tx1"/>
                </a:solidFill>
                <a:latin typeface="Arial" panose="020B0604020202020204" pitchFamily="34" charset="0"/>
              </a:defRPr>
            </a:lvl6pPr>
            <a:lvl7pPr marL="2892425" indent="-219075" defTabSz="927100" eaLnBrk="0" fontAlgn="base" hangingPunct="0">
              <a:spcBef>
                <a:spcPct val="30000"/>
              </a:spcBef>
              <a:spcAft>
                <a:spcPct val="0"/>
              </a:spcAft>
              <a:defRPr sz="1200">
                <a:solidFill>
                  <a:schemeClr val="tx1"/>
                </a:solidFill>
                <a:latin typeface="Arial" panose="020B0604020202020204" pitchFamily="34" charset="0"/>
              </a:defRPr>
            </a:lvl7pPr>
            <a:lvl8pPr marL="3349625" indent="-219075" defTabSz="927100" eaLnBrk="0" fontAlgn="base" hangingPunct="0">
              <a:spcBef>
                <a:spcPct val="30000"/>
              </a:spcBef>
              <a:spcAft>
                <a:spcPct val="0"/>
              </a:spcAft>
              <a:defRPr sz="1200">
                <a:solidFill>
                  <a:schemeClr val="tx1"/>
                </a:solidFill>
                <a:latin typeface="Arial" panose="020B0604020202020204" pitchFamily="34" charset="0"/>
              </a:defRPr>
            </a:lvl8pPr>
            <a:lvl9pPr marL="3806825" indent="-219075" defTabSz="927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4727C80-6D63-4728-9ED8-3DD2711030C8}" type="slidenum">
              <a:rPr lang="en-US" altLang="en-US" sz="1300" smtClean="0"/>
              <a:pPr>
                <a:spcBef>
                  <a:spcPct val="0"/>
                </a:spcBef>
              </a:pPr>
              <a:t>61</a:t>
            </a:fld>
            <a:endParaRPr lang="en-US" altLang="en-US" sz="1300"/>
          </a:p>
        </p:txBody>
      </p:sp>
      <p:sp>
        <p:nvSpPr>
          <p:cNvPr id="53251" name="Rectangle 7">
            <a:extLst>
              <a:ext uri="{FF2B5EF4-FFF2-40B4-BE49-F238E27FC236}">
                <a16:creationId xmlns:a16="http://schemas.microsoft.com/office/drawing/2014/main" id="{99780CA4-6DC5-4D55-9878-44BF484C751D}"/>
              </a:ext>
            </a:extLst>
          </p:cNvPr>
          <p:cNvSpPr txBox="1">
            <a:spLocks noGrp="1" noChangeArrowheads="1"/>
          </p:cNvSpPr>
          <p:nvPr/>
        </p:nvSpPr>
        <p:spPr bwMode="auto">
          <a:xfrm>
            <a:off x="3970338" y="8769350"/>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2632" tIns="46315" rIns="92632" bIns="46315" anchor="b"/>
          <a:lstStyle>
            <a:lvl1pPr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1pPr>
            <a:lvl2pPr marL="742950" indent="-28575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2pPr>
            <a:lvl3pPr marL="11430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3pPr>
            <a:lvl4pPr marL="16002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4pPr>
            <a:lvl5pPr marL="20574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5pPr>
            <a:lvl6pPr marL="25146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6pPr>
            <a:lvl7pPr marL="29718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7pPr>
            <a:lvl8pPr marL="34290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8pPr>
            <a:lvl9pPr marL="38862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9pPr>
          </a:lstStyle>
          <a:p>
            <a:pPr algn="r">
              <a:spcBef>
                <a:spcPct val="0"/>
              </a:spcBef>
              <a:buClr>
                <a:srgbClr val="002285"/>
              </a:buClr>
              <a:buFont typeface="Times New Roman" panose="02020603050405020304" pitchFamily="18" charset="0"/>
              <a:buNone/>
            </a:pPr>
            <a:fld id="{080B0F9D-21C1-4031-A748-DAD56FB35F26}" type="slidenum">
              <a:rPr lang="en-GB" altLang="en-US">
                <a:solidFill>
                  <a:srgbClr val="000000"/>
                </a:solidFill>
                <a:latin typeface="Times New Roman" panose="02020603050405020304" pitchFamily="18" charset="0"/>
                <a:cs typeface="Lucida Sans Unicode" panose="020B0602030504020204" pitchFamily="34" charset="0"/>
              </a:rPr>
              <a:pPr algn="r">
                <a:spcBef>
                  <a:spcPct val="0"/>
                </a:spcBef>
                <a:buClr>
                  <a:srgbClr val="002285"/>
                </a:buClr>
                <a:buFont typeface="Times New Roman" panose="02020603050405020304" pitchFamily="18" charset="0"/>
                <a:buNone/>
              </a:pPr>
              <a:t>61</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53252" name="Text Box 2">
            <a:extLst>
              <a:ext uri="{FF2B5EF4-FFF2-40B4-BE49-F238E27FC236}">
                <a16:creationId xmlns:a16="http://schemas.microsoft.com/office/drawing/2014/main" id="{64CBBEBE-3BC9-4496-9D59-32C0EA5C0C40}"/>
              </a:ext>
            </a:extLst>
          </p:cNvPr>
          <p:cNvSpPr txBox="1">
            <a:spLocks noChangeArrowheads="1"/>
          </p:cNvSpPr>
          <p:nvPr/>
        </p:nvSpPr>
        <p:spPr bwMode="auto">
          <a:xfrm>
            <a:off x="1206500" y="690563"/>
            <a:ext cx="4600575" cy="3465512"/>
          </a:xfrm>
          <a:prstGeom prst="rect">
            <a:avLst/>
          </a:prstGeom>
          <a:solidFill>
            <a:srgbClr val="FFFFFF"/>
          </a:solidFill>
          <a:ln w="9360">
            <a:solidFill>
              <a:srgbClr val="000000"/>
            </a:solidFill>
            <a:miter lim="800000"/>
            <a:headEnd/>
            <a:tailEnd/>
          </a:ln>
        </p:spPr>
        <p:txBody>
          <a:bodyPr wrap="none" lIns="87803" tIns="43902" rIns="87803" bIns="43902" anchor="ctr"/>
          <a:lstStyle>
            <a:lvl1pPr defTabSz="457200">
              <a:spcBef>
                <a:spcPct val="30000"/>
              </a:spcBef>
              <a:defRPr sz="1200">
                <a:solidFill>
                  <a:schemeClr val="tx1"/>
                </a:solidFill>
                <a:latin typeface="Arial" panose="020B0604020202020204" pitchFamily="34" charset="0"/>
              </a:defRPr>
            </a:lvl1pPr>
            <a:lvl2pPr marL="742950" indent="-285750" defTabSz="457200">
              <a:spcBef>
                <a:spcPct val="30000"/>
              </a:spcBef>
              <a:defRPr sz="1200">
                <a:solidFill>
                  <a:schemeClr val="tx1"/>
                </a:solidFill>
                <a:latin typeface="Arial" panose="020B0604020202020204" pitchFamily="34" charset="0"/>
              </a:defRPr>
            </a:lvl2pPr>
            <a:lvl3pPr marL="1143000" indent="-228600" defTabSz="457200">
              <a:spcBef>
                <a:spcPct val="30000"/>
              </a:spcBef>
              <a:defRPr sz="1200">
                <a:solidFill>
                  <a:schemeClr val="tx1"/>
                </a:solidFill>
                <a:latin typeface="Arial" panose="020B0604020202020204" pitchFamily="34" charset="0"/>
              </a:defRPr>
            </a:lvl3pPr>
            <a:lvl4pPr marL="1600200" indent="-228600" defTabSz="457200">
              <a:spcBef>
                <a:spcPct val="30000"/>
              </a:spcBef>
              <a:defRPr sz="1200">
                <a:solidFill>
                  <a:schemeClr val="tx1"/>
                </a:solidFill>
                <a:latin typeface="Arial" panose="020B0604020202020204" pitchFamily="34" charset="0"/>
              </a:defRPr>
            </a:lvl4pPr>
            <a:lvl5pPr marL="2057400" indent="-228600" defTabSz="457200">
              <a:spcBef>
                <a:spcPct val="30000"/>
              </a:spcBef>
              <a:defRPr sz="1200">
                <a:solidFill>
                  <a:schemeClr val="tx1"/>
                </a:solidFill>
                <a:latin typeface="Arial" panose="020B0604020202020204" pitchFamily="34" charset="0"/>
              </a:defRPr>
            </a:lvl5pPr>
            <a:lvl6pPr marL="2514600" indent="-228600" defTabSz="457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457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457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457200" eaLnBrk="0" fontAlgn="base" hangingPunct="0">
              <a:spcBef>
                <a:spcPct val="30000"/>
              </a:spcBef>
              <a:spcAft>
                <a:spcPct val="0"/>
              </a:spcAft>
              <a:defRPr sz="1200">
                <a:solidFill>
                  <a:schemeClr val="tx1"/>
                </a:solidFill>
                <a:latin typeface="Arial" panose="020B0604020202020204" pitchFamily="34" charset="0"/>
              </a:defRPr>
            </a:lvl9pPr>
          </a:lstStyle>
          <a:p>
            <a:pPr>
              <a:lnSpc>
                <a:spcPct val="95000"/>
              </a:lnSpc>
              <a:spcBef>
                <a:spcPct val="0"/>
              </a:spcBef>
              <a:buClr>
                <a:srgbClr val="003399"/>
              </a:buClr>
              <a:buFont typeface="Times New Roman" panose="02020603050405020304" pitchFamily="18" charset="0"/>
              <a:buNone/>
            </a:pPr>
            <a:endParaRPr lang="es-ES" altLang="en-US" sz="2300">
              <a:solidFill>
                <a:schemeClr val="bg1"/>
              </a:solidFill>
              <a:latin typeface="Times New Roman" panose="02020603050405020304" pitchFamily="18" charset="0"/>
              <a:cs typeface="Lucida Sans Unicode" panose="020B0602030504020204" pitchFamily="34" charset="0"/>
            </a:endParaRPr>
          </a:p>
        </p:txBody>
      </p:sp>
      <p:sp>
        <p:nvSpPr>
          <p:cNvPr id="53253" name="Rectangle 3">
            <a:extLst>
              <a:ext uri="{FF2B5EF4-FFF2-40B4-BE49-F238E27FC236}">
                <a16:creationId xmlns:a16="http://schemas.microsoft.com/office/drawing/2014/main" id="{1DE6BD56-9718-4E23-B476-3A4C1C7F6316}"/>
              </a:ext>
            </a:extLst>
          </p:cNvPr>
          <p:cNvSpPr>
            <a:spLocks noGrp="1" noChangeArrowheads="1"/>
          </p:cNvSpPr>
          <p:nvPr>
            <p:ph type="body"/>
          </p:nvPr>
        </p:nvSpPr>
        <p:spPr>
          <a:xfrm>
            <a:off x="933450" y="4389438"/>
            <a:ext cx="5141913" cy="4156075"/>
          </a:xfrm>
          <a:noFill/>
        </p:spPr>
        <p:txBody>
          <a:bodyPr wrap="none" lIns="92632" tIns="46315" rIns="92632" bIns="46315" anchor="ctr"/>
          <a:lstStyle/>
          <a:p>
            <a:pPr eaLnBrk="1" hangingPunct="1"/>
            <a:endParaRPr lang="es-ES" altLang="en-US">
              <a:latin typeface="Arial" panose="020B0604020202020204" pitchFamily="34" charset="0"/>
            </a:endParaRPr>
          </a:p>
        </p:txBody>
      </p:sp>
    </p:spTree>
    <p:extLst>
      <p:ext uri="{BB962C8B-B14F-4D97-AF65-F5344CB8AC3E}">
        <p14:creationId xmlns:p14="http://schemas.microsoft.com/office/powerpoint/2010/main" val="1317368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D0DFBA06-1A5B-417D-81E2-B67DFF1ACBD0}"/>
              </a:ext>
            </a:extLst>
          </p:cNvPr>
          <p:cNvSpPr>
            <a:spLocks noGrp="1" noChangeArrowheads="1"/>
          </p:cNvSpPr>
          <p:nvPr>
            <p:ph type="sldNum" sz="quarter" idx="5"/>
          </p:nvPr>
        </p:nvSpPr>
        <p:spPr>
          <a:noFill/>
        </p:spPr>
        <p:txBody>
          <a:bodyPr/>
          <a:lstStyle>
            <a:lvl1pPr defTabSz="927100">
              <a:spcBef>
                <a:spcPct val="30000"/>
              </a:spcBef>
              <a:defRPr sz="1200">
                <a:solidFill>
                  <a:schemeClr val="tx1"/>
                </a:solidFill>
                <a:latin typeface="Arial" panose="020B0604020202020204" pitchFamily="34" charset="0"/>
              </a:defRPr>
            </a:lvl1pPr>
            <a:lvl2pPr marL="714375" indent="-274638" defTabSz="927100">
              <a:spcBef>
                <a:spcPct val="30000"/>
              </a:spcBef>
              <a:defRPr sz="1200">
                <a:solidFill>
                  <a:schemeClr val="tx1"/>
                </a:solidFill>
                <a:latin typeface="Arial" panose="020B0604020202020204" pitchFamily="34" charset="0"/>
              </a:defRPr>
            </a:lvl2pPr>
            <a:lvl3pPr marL="1098550" indent="-219075" defTabSz="927100">
              <a:spcBef>
                <a:spcPct val="30000"/>
              </a:spcBef>
              <a:defRPr sz="1200">
                <a:solidFill>
                  <a:schemeClr val="tx1"/>
                </a:solidFill>
                <a:latin typeface="Arial" panose="020B0604020202020204" pitchFamily="34" charset="0"/>
              </a:defRPr>
            </a:lvl3pPr>
            <a:lvl4pPr marL="1538288" indent="-219075" defTabSz="927100">
              <a:spcBef>
                <a:spcPct val="30000"/>
              </a:spcBef>
              <a:defRPr sz="1200">
                <a:solidFill>
                  <a:schemeClr val="tx1"/>
                </a:solidFill>
                <a:latin typeface="Arial" panose="020B0604020202020204" pitchFamily="34" charset="0"/>
              </a:defRPr>
            </a:lvl4pPr>
            <a:lvl5pPr marL="1978025" indent="-219075" defTabSz="927100">
              <a:spcBef>
                <a:spcPct val="30000"/>
              </a:spcBef>
              <a:defRPr sz="1200">
                <a:solidFill>
                  <a:schemeClr val="tx1"/>
                </a:solidFill>
                <a:latin typeface="Arial" panose="020B0604020202020204" pitchFamily="34" charset="0"/>
              </a:defRPr>
            </a:lvl5pPr>
            <a:lvl6pPr marL="2435225" indent="-219075" defTabSz="927100" eaLnBrk="0" fontAlgn="base" hangingPunct="0">
              <a:spcBef>
                <a:spcPct val="30000"/>
              </a:spcBef>
              <a:spcAft>
                <a:spcPct val="0"/>
              </a:spcAft>
              <a:defRPr sz="1200">
                <a:solidFill>
                  <a:schemeClr val="tx1"/>
                </a:solidFill>
                <a:latin typeface="Arial" panose="020B0604020202020204" pitchFamily="34" charset="0"/>
              </a:defRPr>
            </a:lvl6pPr>
            <a:lvl7pPr marL="2892425" indent="-219075" defTabSz="927100" eaLnBrk="0" fontAlgn="base" hangingPunct="0">
              <a:spcBef>
                <a:spcPct val="30000"/>
              </a:spcBef>
              <a:spcAft>
                <a:spcPct val="0"/>
              </a:spcAft>
              <a:defRPr sz="1200">
                <a:solidFill>
                  <a:schemeClr val="tx1"/>
                </a:solidFill>
                <a:latin typeface="Arial" panose="020B0604020202020204" pitchFamily="34" charset="0"/>
              </a:defRPr>
            </a:lvl7pPr>
            <a:lvl8pPr marL="3349625" indent="-219075" defTabSz="927100" eaLnBrk="0" fontAlgn="base" hangingPunct="0">
              <a:spcBef>
                <a:spcPct val="30000"/>
              </a:spcBef>
              <a:spcAft>
                <a:spcPct val="0"/>
              </a:spcAft>
              <a:defRPr sz="1200">
                <a:solidFill>
                  <a:schemeClr val="tx1"/>
                </a:solidFill>
                <a:latin typeface="Arial" panose="020B0604020202020204" pitchFamily="34" charset="0"/>
              </a:defRPr>
            </a:lvl8pPr>
            <a:lvl9pPr marL="3806825" indent="-219075" defTabSz="927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4727C80-6D63-4728-9ED8-3DD2711030C8}" type="slidenum">
              <a:rPr lang="en-US" altLang="en-US" sz="1300" smtClean="0"/>
              <a:pPr>
                <a:spcBef>
                  <a:spcPct val="0"/>
                </a:spcBef>
              </a:pPr>
              <a:t>62</a:t>
            </a:fld>
            <a:endParaRPr lang="en-US" altLang="en-US" sz="1300"/>
          </a:p>
        </p:txBody>
      </p:sp>
      <p:sp>
        <p:nvSpPr>
          <p:cNvPr id="53251" name="Rectangle 7">
            <a:extLst>
              <a:ext uri="{FF2B5EF4-FFF2-40B4-BE49-F238E27FC236}">
                <a16:creationId xmlns:a16="http://schemas.microsoft.com/office/drawing/2014/main" id="{99780CA4-6DC5-4D55-9878-44BF484C751D}"/>
              </a:ext>
            </a:extLst>
          </p:cNvPr>
          <p:cNvSpPr txBox="1">
            <a:spLocks noGrp="1" noChangeArrowheads="1"/>
          </p:cNvSpPr>
          <p:nvPr/>
        </p:nvSpPr>
        <p:spPr bwMode="auto">
          <a:xfrm>
            <a:off x="3970338" y="8769350"/>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2632" tIns="46315" rIns="92632" bIns="46315" anchor="b"/>
          <a:lstStyle>
            <a:lvl1pPr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1pPr>
            <a:lvl2pPr marL="742950" indent="-28575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2pPr>
            <a:lvl3pPr marL="11430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3pPr>
            <a:lvl4pPr marL="16002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4pPr>
            <a:lvl5pPr marL="2057400" indent="-228600" defTabSz="457200">
              <a:spcBef>
                <a:spcPct val="30000"/>
              </a:spcBef>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5pPr>
            <a:lvl6pPr marL="25146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6pPr>
            <a:lvl7pPr marL="29718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7pPr>
            <a:lvl8pPr marL="34290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8pPr>
            <a:lvl9pPr marL="3886200" indent="-228600" defTabSz="457200" eaLnBrk="0" fontAlgn="base" hangingPunct="0">
              <a:spcBef>
                <a:spcPct val="30000"/>
              </a:spcBef>
              <a:spcAft>
                <a:spcPct val="0"/>
              </a:spcAft>
              <a:tabLst>
                <a:tab pos="0" algn="l"/>
                <a:tab pos="912813" algn="l"/>
                <a:tab pos="1825625" algn="l"/>
                <a:tab pos="2738438" algn="l"/>
                <a:tab pos="3649663" algn="l"/>
                <a:tab pos="4564063" algn="l"/>
                <a:tab pos="5475288" algn="l"/>
                <a:tab pos="6389688" algn="l"/>
                <a:tab pos="7302500" algn="l"/>
                <a:tab pos="8215313" algn="l"/>
                <a:tab pos="9128125" algn="l"/>
                <a:tab pos="10040938" algn="l"/>
              </a:tabLst>
              <a:defRPr sz="1200">
                <a:solidFill>
                  <a:schemeClr val="tx1"/>
                </a:solidFill>
                <a:latin typeface="Arial" panose="020B0604020202020204" pitchFamily="34" charset="0"/>
              </a:defRPr>
            </a:lvl9pPr>
          </a:lstStyle>
          <a:p>
            <a:pPr algn="r">
              <a:spcBef>
                <a:spcPct val="0"/>
              </a:spcBef>
              <a:buClr>
                <a:srgbClr val="002285"/>
              </a:buClr>
              <a:buFont typeface="Times New Roman" panose="02020603050405020304" pitchFamily="18" charset="0"/>
              <a:buNone/>
            </a:pPr>
            <a:fld id="{080B0F9D-21C1-4031-A748-DAD56FB35F26}" type="slidenum">
              <a:rPr lang="en-GB" altLang="en-US">
                <a:solidFill>
                  <a:srgbClr val="000000"/>
                </a:solidFill>
                <a:latin typeface="Times New Roman" panose="02020603050405020304" pitchFamily="18" charset="0"/>
                <a:cs typeface="Lucida Sans Unicode" panose="020B0602030504020204" pitchFamily="34" charset="0"/>
              </a:rPr>
              <a:pPr algn="r">
                <a:spcBef>
                  <a:spcPct val="0"/>
                </a:spcBef>
                <a:buClr>
                  <a:srgbClr val="002285"/>
                </a:buClr>
                <a:buFont typeface="Times New Roman" panose="02020603050405020304" pitchFamily="18" charset="0"/>
                <a:buNone/>
              </a:pPr>
              <a:t>62</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53252" name="Text Box 2">
            <a:extLst>
              <a:ext uri="{FF2B5EF4-FFF2-40B4-BE49-F238E27FC236}">
                <a16:creationId xmlns:a16="http://schemas.microsoft.com/office/drawing/2014/main" id="{64CBBEBE-3BC9-4496-9D59-32C0EA5C0C40}"/>
              </a:ext>
            </a:extLst>
          </p:cNvPr>
          <p:cNvSpPr txBox="1">
            <a:spLocks noChangeArrowheads="1"/>
          </p:cNvSpPr>
          <p:nvPr/>
        </p:nvSpPr>
        <p:spPr bwMode="auto">
          <a:xfrm>
            <a:off x="1206500" y="690563"/>
            <a:ext cx="4600575" cy="3465512"/>
          </a:xfrm>
          <a:prstGeom prst="rect">
            <a:avLst/>
          </a:prstGeom>
          <a:solidFill>
            <a:srgbClr val="FFFFFF"/>
          </a:solidFill>
          <a:ln w="9360">
            <a:solidFill>
              <a:srgbClr val="000000"/>
            </a:solidFill>
            <a:miter lim="800000"/>
            <a:headEnd/>
            <a:tailEnd/>
          </a:ln>
        </p:spPr>
        <p:txBody>
          <a:bodyPr wrap="none" lIns="87803" tIns="43902" rIns="87803" bIns="43902" anchor="ctr"/>
          <a:lstStyle>
            <a:lvl1pPr defTabSz="457200">
              <a:spcBef>
                <a:spcPct val="30000"/>
              </a:spcBef>
              <a:defRPr sz="1200">
                <a:solidFill>
                  <a:schemeClr val="tx1"/>
                </a:solidFill>
                <a:latin typeface="Arial" panose="020B0604020202020204" pitchFamily="34" charset="0"/>
              </a:defRPr>
            </a:lvl1pPr>
            <a:lvl2pPr marL="742950" indent="-285750" defTabSz="457200">
              <a:spcBef>
                <a:spcPct val="30000"/>
              </a:spcBef>
              <a:defRPr sz="1200">
                <a:solidFill>
                  <a:schemeClr val="tx1"/>
                </a:solidFill>
                <a:latin typeface="Arial" panose="020B0604020202020204" pitchFamily="34" charset="0"/>
              </a:defRPr>
            </a:lvl2pPr>
            <a:lvl3pPr marL="1143000" indent="-228600" defTabSz="457200">
              <a:spcBef>
                <a:spcPct val="30000"/>
              </a:spcBef>
              <a:defRPr sz="1200">
                <a:solidFill>
                  <a:schemeClr val="tx1"/>
                </a:solidFill>
                <a:latin typeface="Arial" panose="020B0604020202020204" pitchFamily="34" charset="0"/>
              </a:defRPr>
            </a:lvl3pPr>
            <a:lvl4pPr marL="1600200" indent="-228600" defTabSz="457200">
              <a:spcBef>
                <a:spcPct val="30000"/>
              </a:spcBef>
              <a:defRPr sz="1200">
                <a:solidFill>
                  <a:schemeClr val="tx1"/>
                </a:solidFill>
                <a:latin typeface="Arial" panose="020B0604020202020204" pitchFamily="34" charset="0"/>
              </a:defRPr>
            </a:lvl4pPr>
            <a:lvl5pPr marL="2057400" indent="-228600" defTabSz="457200">
              <a:spcBef>
                <a:spcPct val="30000"/>
              </a:spcBef>
              <a:defRPr sz="1200">
                <a:solidFill>
                  <a:schemeClr val="tx1"/>
                </a:solidFill>
                <a:latin typeface="Arial" panose="020B0604020202020204" pitchFamily="34" charset="0"/>
              </a:defRPr>
            </a:lvl5pPr>
            <a:lvl6pPr marL="2514600" indent="-228600" defTabSz="4572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4572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4572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457200" eaLnBrk="0" fontAlgn="base" hangingPunct="0">
              <a:spcBef>
                <a:spcPct val="30000"/>
              </a:spcBef>
              <a:spcAft>
                <a:spcPct val="0"/>
              </a:spcAft>
              <a:defRPr sz="1200">
                <a:solidFill>
                  <a:schemeClr val="tx1"/>
                </a:solidFill>
                <a:latin typeface="Arial" panose="020B0604020202020204" pitchFamily="34" charset="0"/>
              </a:defRPr>
            </a:lvl9pPr>
          </a:lstStyle>
          <a:p>
            <a:pPr>
              <a:lnSpc>
                <a:spcPct val="95000"/>
              </a:lnSpc>
              <a:spcBef>
                <a:spcPct val="0"/>
              </a:spcBef>
              <a:buClr>
                <a:srgbClr val="003399"/>
              </a:buClr>
              <a:buFont typeface="Times New Roman" panose="02020603050405020304" pitchFamily="18" charset="0"/>
              <a:buNone/>
            </a:pPr>
            <a:endParaRPr lang="es-ES" altLang="en-US" sz="2300">
              <a:solidFill>
                <a:schemeClr val="bg1"/>
              </a:solidFill>
              <a:latin typeface="Times New Roman" panose="02020603050405020304" pitchFamily="18" charset="0"/>
              <a:cs typeface="Lucida Sans Unicode" panose="020B0602030504020204" pitchFamily="34" charset="0"/>
            </a:endParaRPr>
          </a:p>
        </p:txBody>
      </p:sp>
      <p:sp>
        <p:nvSpPr>
          <p:cNvPr id="53253" name="Rectangle 3">
            <a:extLst>
              <a:ext uri="{FF2B5EF4-FFF2-40B4-BE49-F238E27FC236}">
                <a16:creationId xmlns:a16="http://schemas.microsoft.com/office/drawing/2014/main" id="{1DE6BD56-9718-4E23-B476-3A4C1C7F6316}"/>
              </a:ext>
            </a:extLst>
          </p:cNvPr>
          <p:cNvSpPr>
            <a:spLocks noGrp="1" noChangeArrowheads="1"/>
          </p:cNvSpPr>
          <p:nvPr>
            <p:ph type="body"/>
          </p:nvPr>
        </p:nvSpPr>
        <p:spPr>
          <a:xfrm>
            <a:off x="933450" y="4389438"/>
            <a:ext cx="5141913" cy="4156075"/>
          </a:xfrm>
          <a:noFill/>
        </p:spPr>
        <p:txBody>
          <a:bodyPr wrap="none" lIns="92632" tIns="46315" rIns="92632" bIns="46315" anchor="ctr"/>
          <a:lstStyle/>
          <a:p>
            <a:pPr eaLnBrk="1" hangingPunct="1"/>
            <a:endParaRPr lang="es-ES" altLang="en-US">
              <a:latin typeface="Arial" panose="020B0604020202020204" pitchFamily="34" charset="0"/>
            </a:endParaRPr>
          </a:p>
        </p:txBody>
      </p:sp>
    </p:spTree>
    <p:extLst>
      <p:ext uri="{BB962C8B-B14F-4D97-AF65-F5344CB8AC3E}">
        <p14:creationId xmlns:p14="http://schemas.microsoft.com/office/powerpoint/2010/main" val="19764600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9AEA7-F140-43E8-86ED-B095E4CAFC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E699120-4C97-4DE6-A28A-181059107C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C82F830-EF16-4449-91AA-3D72F93864C8}"/>
              </a:ext>
            </a:extLst>
          </p:cNvPr>
          <p:cNvSpPr>
            <a:spLocks noGrp="1"/>
          </p:cNvSpPr>
          <p:nvPr>
            <p:ph type="dt" sz="half" idx="10"/>
          </p:nvPr>
        </p:nvSpPr>
        <p:spPr/>
        <p:txBody>
          <a:bodyPr/>
          <a:lstStyle/>
          <a:p>
            <a:fld id="{A76D3F41-A17D-4CA0-8EFC-3623881FAF61}" type="datetimeFigureOut">
              <a:rPr lang="en-US" smtClean="0"/>
              <a:t>8/14/2022</a:t>
            </a:fld>
            <a:endParaRPr lang="en-US"/>
          </a:p>
        </p:txBody>
      </p:sp>
      <p:sp>
        <p:nvSpPr>
          <p:cNvPr id="5" name="Footer Placeholder 4">
            <a:extLst>
              <a:ext uri="{FF2B5EF4-FFF2-40B4-BE49-F238E27FC236}">
                <a16:creationId xmlns:a16="http://schemas.microsoft.com/office/drawing/2014/main" id="{99020FA5-2116-4265-88DB-3946A30EA9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7A6ACB-CA8F-49D6-89BE-906B65E23937}"/>
              </a:ext>
            </a:extLst>
          </p:cNvPr>
          <p:cNvSpPr>
            <a:spLocks noGrp="1"/>
          </p:cNvSpPr>
          <p:nvPr>
            <p:ph type="sldNum" sz="quarter" idx="12"/>
          </p:nvPr>
        </p:nvSpPr>
        <p:spPr/>
        <p:txBody>
          <a:bodyPr/>
          <a:lstStyle/>
          <a:p>
            <a:fld id="{7F8BB501-794C-4393-96CF-735675A1C4BC}" type="slidenum">
              <a:rPr lang="en-US" smtClean="0"/>
              <a:t>‹#›</a:t>
            </a:fld>
            <a:endParaRPr lang="en-US"/>
          </a:p>
        </p:txBody>
      </p:sp>
    </p:spTree>
    <p:extLst>
      <p:ext uri="{BB962C8B-B14F-4D97-AF65-F5344CB8AC3E}">
        <p14:creationId xmlns:p14="http://schemas.microsoft.com/office/powerpoint/2010/main" val="20537113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C9202-B888-42A3-8993-B55A98DE86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915D90-F947-4351-AEAA-0B72FE8DB82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242B92-9CEA-4EAF-A4A0-4808427BD635}"/>
              </a:ext>
            </a:extLst>
          </p:cNvPr>
          <p:cNvSpPr>
            <a:spLocks noGrp="1"/>
          </p:cNvSpPr>
          <p:nvPr>
            <p:ph type="dt" sz="half" idx="10"/>
          </p:nvPr>
        </p:nvSpPr>
        <p:spPr/>
        <p:txBody>
          <a:bodyPr/>
          <a:lstStyle/>
          <a:p>
            <a:fld id="{A76D3F41-A17D-4CA0-8EFC-3623881FAF61}" type="datetimeFigureOut">
              <a:rPr lang="en-US" smtClean="0"/>
              <a:t>8/14/2022</a:t>
            </a:fld>
            <a:endParaRPr lang="en-US"/>
          </a:p>
        </p:txBody>
      </p:sp>
      <p:sp>
        <p:nvSpPr>
          <p:cNvPr id="5" name="Footer Placeholder 4">
            <a:extLst>
              <a:ext uri="{FF2B5EF4-FFF2-40B4-BE49-F238E27FC236}">
                <a16:creationId xmlns:a16="http://schemas.microsoft.com/office/drawing/2014/main" id="{BF0A713E-6D5F-46E4-8B4D-3CA015151A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77039A-5137-4F8B-B976-A3CFC63F6147}"/>
              </a:ext>
            </a:extLst>
          </p:cNvPr>
          <p:cNvSpPr>
            <a:spLocks noGrp="1"/>
          </p:cNvSpPr>
          <p:nvPr>
            <p:ph type="sldNum" sz="quarter" idx="12"/>
          </p:nvPr>
        </p:nvSpPr>
        <p:spPr/>
        <p:txBody>
          <a:bodyPr/>
          <a:lstStyle/>
          <a:p>
            <a:fld id="{7F8BB501-794C-4393-96CF-735675A1C4BC}" type="slidenum">
              <a:rPr lang="en-US" smtClean="0"/>
              <a:t>‹#›</a:t>
            </a:fld>
            <a:endParaRPr lang="en-US"/>
          </a:p>
        </p:txBody>
      </p:sp>
    </p:spTree>
    <p:extLst>
      <p:ext uri="{BB962C8B-B14F-4D97-AF65-F5344CB8AC3E}">
        <p14:creationId xmlns:p14="http://schemas.microsoft.com/office/powerpoint/2010/main" val="3744842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37020-5FC1-47F8-9364-41BD0BA1136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1936EA5-CD3F-4B37-82C2-5BEEDB3251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F0E939-B1BF-473B-BC5E-E0301814F219}"/>
              </a:ext>
            </a:extLst>
          </p:cNvPr>
          <p:cNvSpPr>
            <a:spLocks noGrp="1"/>
          </p:cNvSpPr>
          <p:nvPr>
            <p:ph type="dt" sz="half" idx="10"/>
          </p:nvPr>
        </p:nvSpPr>
        <p:spPr/>
        <p:txBody>
          <a:bodyPr/>
          <a:lstStyle/>
          <a:p>
            <a:fld id="{A76D3F41-A17D-4CA0-8EFC-3623881FAF61}" type="datetimeFigureOut">
              <a:rPr lang="en-US" smtClean="0"/>
              <a:t>8/14/2022</a:t>
            </a:fld>
            <a:endParaRPr lang="en-US"/>
          </a:p>
        </p:txBody>
      </p:sp>
      <p:sp>
        <p:nvSpPr>
          <p:cNvPr id="5" name="Footer Placeholder 4">
            <a:extLst>
              <a:ext uri="{FF2B5EF4-FFF2-40B4-BE49-F238E27FC236}">
                <a16:creationId xmlns:a16="http://schemas.microsoft.com/office/drawing/2014/main" id="{459F6090-682C-454E-91CB-B16552C841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78F1EC-23AC-4A1D-880A-0FE0B20BFC41}"/>
              </a:ext>
            </a:extLst>
          </p:cNvPr>
          <p:cNvSpPr>
            <a:spLocks noGrp="1"/>
          </p:cNvSpPr>
          <p:nvPr>
            <p:ph type="sldNum" sz="quarter" idx="12"/>
          </p:nvPr>
        </p:nvSpPr>
        <p:spPr/>
        <p:txBody>
          <a:bodyPr/>
          <a:lstStyle/>
          <a:p>
            <a:fld id="{7F8BB501-794C-4393-96CF-735675A1C4BC}" type="slidenum">
              <a:rPr lang="en-US" smtClean="0"/>
              <a:t>‹#›</a:t>
            </a:fld>
            <a:endParaRPr lang="en-US"/>
          </a:p>
        </p:txBody>
      </p:sp>
    </p:spTree>
    <p:extLst>
      <p:ext uri="{BB962C8B-B14F-4D97-AF65-F5344CB8AC3E}">
        <p14:creationId xmlns:p14="http://schemas.microsoft.com/office/powerpoint/2010/main" val="330224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8EAE9-BF56-4F2A-B47D-D6146B29CA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A79E2F-97FF-4B0A-A770-BA9397137AD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064057C-0138-40C1-A7AD-5975BC1F1D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CF05F1C-2DEC-4009-AB40-01D3E76A9490}"/>
              </a:ext>
            </a:extLst>
          </p:cNvPr>
          <p:cNvSpPr>
            <a:spLocks noGrp="1"/>
          </p:cNvSpPr>
          <p:nvPr>
            <p:ph type="dt" sz="half" idx="10"/>
          </p:nvPr>
        </p:nvSpPr>
        <p:spPr/>
        <p:txBody>
          <a:bodyPr/>
          <a:lstStyle/>
          <a:p>
            <a:fld id="{A76D3F41-A17D-4CA0-8EFC-3623881FAF61}" type="datetimeFigureOut">
              <a:rPr lang="en-US" smtClean="0"/>
              <a:t>8/14/2022</a:t>
            </a:fld>
            <a:endParaRPr lang="en-US"/>
          </a:p>
        </p:txBody>
      </p:sp>
      <p:sp>
        <p:nvSpPr>
          <p:cNvPr id="6" name="Footer Placeholder 5">
            <a:extLst>
              <a:ext uri="{FF2B5EF4-FFF2-40B4-BE49-F238E27FC236}">
                <a16:creationId xmlns:a16="http://schemas.microsoft.com/office/drawing/2014/main" id="{2F74DF30-0E00-41EB-9F43-B99DBB37D6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06D19A-3E81-4BB2-A59C-DA7CB349032C}"/>
              </a:ext>
            </a:extLst>
          </p:cNvPr>
          <p:cNvSpPr>
            <a:spLocks noGrp="1"/>
          </p:cNvSpPr>
          <p:nvPr>
            <p:ph type="sldNum" sz="quarter" idx="12"/>
          </p:nvPr>
        </p:nvSpPr>
        <p:spPr/>
        <p:txBody>
          <a:bodyPr/>
          <a:lstStyle/>
          <a:p>
            <a:fld id="{7F8BB501-794C-4393-96CF-735675A1C4BC}" type="slidenum">
              <a:rPr lang="en-US" smtClean="0"/>
              <a:t>‹#›</a:t>
            </a:fld>
            <a:endParaRPr lang="en-US"/>
          </a:p>
        </p:txBody>
      </p:sp>
    </p:spTree>
    <p:extLst>
      <p:ext uri="{BB962C8B-B14F-4D97-AF65-F5344CB8AC3E}">
        <p14:creationId xmlns:p14="http://schemas.microsoft.com/office/powerpoint/2010/main" val="3178717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A820F-E965-4FAE-A432-B34F9BB5CFF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CB5BD3C-999E-4640-91CB-FA2650E1DF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D3E1242-B1CC-4185-AB01-96D26C1CAF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A06E9C-42E3-47CD-9441-43815FFB23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6973D0-1178-4E18-8E21-EED6CE01DD7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4D9856F-D4B5-4B4A-BBB5-414DBF9D5320}"/>
              </a:ext>
            </a:extLst>
          </p:cNvPr>
          <p:cNvSpPr>
            <a:spLocks noGrp="1"/>
          </p:cNvSpPr>
          <p:nvPr>
            <p:ph type="dt" sz="half" idx="10"/>
          </p:nvPr>
        </p:nvSpPr>
        <p:spPr/>
        <p:txBody>
          <a:bodyPr/>
          <a:lstStyle/>
          <a:p>
            <a:fld id="{A76D3F41-A17D-4CA0-8EFC-3623881FAF61}" type="datetimeFigureOut">
              <a:rPr lang="en-US" smtClean="0"/>
              <a:t>8/14/2022</a:t>
            </a:fld>
            <a:endParaRPr lang="en-US"/>
          </a:p>
        </p:txBody>
      </p:sp>
      <p:sp>
        <p:nvSpPr>
          <p:cNvPr id="8" name="Footer Placeholder 7">
            <a:extLst>
              <a:ext uri="{FF2B5EF4-FFF2-40B4-BE49-F238E27FC236}">
                <a16:creationId xmlns:a16="http://schemas.microsoft.com/office/drawing/2014/main" id="{B201517A-A51A-490B-832C-EB9768D18F2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D193A8F-8AB8-4ED3-A84B-F0BB951E7617}"/>
              </a:ext>
            </a:extLst>
          </p:cNvPr>
          <p:cNvSpPr>
            <a:spLocks noGrp="1"/>
          </p:cNvSpPr>
          <p:nvPr>
            <p:ph type="sldNum" sz="quarter" idx="12"/>
          </p:nvPr>
        </p:nvSpPr>
        <p:spPr/>
        <p:txBody>
          <a:bodyPr/>
          <a:lstStyle/>
          <a:p>
            <a:fld id="{7F8BB501-794C-4393-96CF-735675A1C4BC}" type="slidenum">
              <a:rPr lang="en-US" smtClean="0"/>
              <a:t>‹#›</a:t>
            </a:fld>
            <a:endParaRPr lang="en-US"/>
          </a:p>
        </p:txBody>
      </p:sp>
    </p:spTree>
    <p:extLst>
      <p:ext uri="{BB962C8B-B14F-4D97-AF65-F5344CB8AC3E}">
        <p14:creationId xmlns:p14="http://schemas.microsoft.com/office/powerpoint/2010/main" val="2473905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E8FD9-128B-4082-8969-2AC2A217697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6392F99-0212-4974-851B-BF79A3EEDC69}"/>
              </a:ext>
            </a:extLst>
          </p:cNvPr>
          <p:cNvSpPr>
            <a:spLocks noGrp="1"/>
          </p:cNvSpPr>
          <p:nvPr>
            <p:ph type="dt" sz="half" idx="10"/>
          </p:nvPr>
        </p:nvSpPr>
        <p:spPr/>
        <p:txBody>
          <a:bodyPr/>
          <a:lstStyle/>
          <a:p>
            <a:fld id="{A76D3F41-A17D-4CA0-8EFC-3623881FAF61}" type="datetimeFigureOut">
              <a:rPr lang="en-US" smtClean="0"/>
              <a:t>8/14/2022</a:t>
            </a:fld>
            <a:endParaRPr lang="en-US"/>
          </a:p>
        </p:txBody>
      </p:sp>
      <p:sp>
        <p:nvSpPr>
          <p:cNvPr id="4" name="Footer Placeholder 3">
            <a:extLst>
              <a:ext uri="{FF2B5EF4-FFF2-40B4-BE49-F238E27FC236}">
                <a16:creationId xmlns:a16="http://schemas.microsoft.com/office/drawing/2014/main" id="{A5A95282-D9BA-4F13-A969-3807A06F04A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365D1C-5CD9-48C8-8038-809689600E86}"/>
              </a:ext>
            </a:extLst>
          </p:cNvPr>
          <p:cNvSpPr>
            <a:spLocks noGrp="1"/>
          </p:cNvSpPr>
          <p:nvPr>
            <p:ph type="sldNum" sz="quarter" idx="12"/>
          </p:nvPr>
        </p:nvSpPr>
        <p:spPr/>
        <p:txBody>
          <a:bodyPr/>
          <a:lstStyle/>
          <a:p>
            <a:fld id="{7F8BB501-794C-4393-96CF-735675A1C4BC}" type="slidenum">
              <a:rPr lang="en-US" smtClean="0"/>
              <a:t>‹#›</a:t>
            </a:fld>
            <a:endParaRPr lang="en-US"/>
          </a:p>
        </p:txBody>
      </p:sp>
    </p:spTree>
    <p:extLst>
      <p:ext uri="{BB962C8B-B14F-4D97-AF65-F5344CB8AC3E}">
        <p14:creationId xmlns:p14="http://schemas.microsoft.com/office/powerpoint/2010/main" val="2147591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4A63A7-5D19-48ED-955F-8E16833C89C3}"/>
              </a:ext>
            </a:extLst>
          </p:cNvPr>
          <p:cNvSpPr>
            <a:spLocks noGrp="1"/>
          </p:cNvSpPr>
          <p:nvPr>
            <p:ph type="dt" sz="half" idx="10"/>
          </p:nvPr>
        </p:nvSpPr>
        <p:spPr/>
        <p:txBody>
          <a:bodyPr/>
          <a:lstStyle/>
          <a:p>
            <a:fld id="{A76D3F41-A17D-4CA0-8EFC-3623881FAF61}" type="datetimeFigureOut">
              <a:rPr lang="en-US" smtClean="0"/>
              <a:t>8/14/2022</a:t>
            </a:fld>
            <a:endParaRPr lang="en-US"/>
          </a:p>
        </p:txBody>
      </p:sp>
      <p:sp>
        <p:nvSpPr>
          <p:cNvPr id="3" name="Footer Placeholder 2">
            <a:extLst>
              <a:ext uri="{FF2B5EF4-FFF2-40B4-BE49-F238E27FC236}">
                <a16:creationId xmlns:a16="http://schemas.microsoft.com/office/drawing/2014/main" id="{B6431AF6-3BBB-48E7-9417-C9024CF361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5969CE1-C26B-4EAC-BD05-C93FB33456C2}"/>
              </a:ext>
            </a:extLst>
          </p:cNvPr>
          <p:cNvSpPr>
            <a:spLocks noGrp="1"/>
          </p:cNvSpPr>
          <p:nvPr>
            <p:ph type="sldNum" sz="quarter" idx="12"/>
          </p:nvPr>
        </p:nvSpPr>
        <p:spPr/>
        <p:txBody>
          <a:bodyPr/>
          <a:lstStyle/>
          <a:p>
            <a:fld id="{7F8BB501-794C-4393-96CF-735675A1C4BC}" type="slidenum">
              <a:rPr lang="en-US" smtClean="0"/>
              <a:t>‹#›</a:t>
            </a:fld>
            <a:endParaRPr lang="en-US"/>
          </a:p>
        </p:txBody>
      </p:sp>
    </p:spTree>
    <p:extLst>
      <p:ext uri="{BB962C8B-B14F-4D97-AF65-F5344CB8AC3E}">
        <p14:creationId xmlns:p14="http://schemas.microsoft.com/office/powerpoint/2010/main" val="86654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85483-F71C-421F-9476-18ACB9D45F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09DB13B-2733-48D4-B2EE-BB528492CA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CFBB9D7-3D68-428E-BF4B-0F31ECB271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44B12F-52E5-4955-8608-B2E0F74DD3F9}"/>
              </a:ext>
            </a:extLst>
          </p:cNvPr>
          <p:cNvSpPr>
            <a:spLocks noGrp="1"/>
          </p:cNvSpPr>
          <p:nvPr>
            <p:ph type="dt" sz="half" idx="10"/>
          </p:nvPr>
        </p:nvSpPr>
        <p:spPr/>
        <p:txBody>
          <a:bodyPr/>
          <a:lstStyle/>
          <a:p>
            <a:fld id="{A76D3F41-A17D-4CA0-8EFC-3623881FAF61}" type="datetimeFigureOut">
              <a:rPr lang="en-US" smtClean="0"/>
              <a:t>8/14/2022</a:t>
            </a:fld>
            <a:endParaRPr lang="en-US"/>
          </a:p>
        </p:txBody>
      </p:sp>
      <p:sp>
        <p:nvSpPr>
          <p:cNvPr id="6" name="Footer Placeholder 5">
            <a:extLst>
              <a:ext uri="{FF2B5EF4-FFF2-40B4-BE49-F238E27FC236}">
                <a16:creationId xmlns:a16="http://schemas.microsoft.com/office/drawing/2014/main" id="{2CA2E898-78D7-4574-9EFB-C550AFA717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F965BD-579C-44B8-93FC-76869BA1A7BC}"/>
              </a:ext>
            </a:extLst>
          </p:cNvPr>
          <p:cNvSpPr>
            <a:spLocks noGrp="1"/>
          </p:cNvSpPr>
          <p:nvPr>
            <p:ph type="sldNum" sz="quarter" idx="12"/>
          </p:nvPr>
        </p:nvSpPr>
        <p:spPr/>
        <p:txBody>
          <a:bodyPr/>
          <a:lstStyle/>
          <a:p>
            <a:fld id="{7F8BB501-794C-4393-96CF-735675A1C4BC}" type="slidenum">
              <a:rPr lang="en-US" smtClean="0"/>
              <a:t>‹#›</a:t>
            </a:fld>
            <a:endParaRPr lang="en-US"/>
          </a:p>
        </p:txBody>
      </p:sp>
    </p:spTree>
    <p:extLst>
      <p:ext uri="{BB962C8B-B14F-4D97-AF65-F5344CB8AC3E}">
        <p14:creationId xmlns:p14="http://schemas.microsoft.com/office/powerpoint/2010/main" val="361184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38820-2032-4ADC-90D0-1EB40FF487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020D73B-77BE-40A4-AE58-9EE56E1569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11AD178-121B-460C-8830-37AF7BBBE5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906ACC-25DA-4D13-A7BA-B1DD2D70B83B}"/>
              </a:ext>
            </a:extLst>
          </p:cNvPr>
          <p:cNvSpPr>
            <a:spLocks noGrp="1"/>
          </p:cNvSpPr>
          <p:nvPr>
            <p:ph type="dt" sz="half" idx="10"/>
          </p:nvPr>
        </p:nvSpPr>
        <p:spPr/>
        <p:txBody>
          <a:bodyPr/>
          <a:lstStyle/>
          <a:p>
            <a:fld id="{A76D3F41-A17D-4CA0-8EFC-3623881FAF61}" type="datetimeFigureOut">
              <a:rPr lang="en-US" smtClean="0"/>
              <a:t>8/14/2022</a:t>
            </a:fld>
            <a:endParaRPr lang="en-US"/>
          </a:p>
        </p:txBody>
      </p:sp>
      <p:sp>
        <p:nvSpPr>
          <p:cNvPr id="6" name="Footer Placeholder 5">
            <a:extLst>
              <a:ext uri="{FF2B5EF4-FFF2-40B4-BE49-F238E27FC236}">
                <a16:creationId xmlns:a16="http://schemas.microsoft.com/office/drawing/2014/main" id="{57B504D9-A864-4B0A-A0C1-3891D734C8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6E57E0-53B6-4D76-B03D-E645001AD5F2}"/>
              </a:ext>
            </a:extLst>
          </p:cNvPr>
          <p:cNvSpPr>
            <a:spLocks noGrp="1"/>
          </p:cNvSpPr>
          <p:nvPr>
            <p:ph type="sldNum" sz="quarter" idx="12"/>
          </p:nvPr>
        </p:nvSpPr>
        <p:spPr/>
        <p:txBody>
          <a:bodyPr/>
          <a:lstStyle/>
          <a:p>
            <a:fld id="{7F8BB501-794C-4393-96CF-735675A1C4BC}" type="slidenum">
              <a:rPr lang="en-US" smtClean="0"/>
              <a:t>‹#›</a:t>
            </a:fld>
            <a:endParaRPr lang="en-US"/>
          </a:p>
        </p:txBody>
      </p:sp>
    </p:spTree>
    <p:extLst>
      <p:ext uri="{BB962C8B-B14F-4D97-AF65-F5344CB8AC3E}">
        <p14:creationId xmlns:p14="http://schemas.microsoft.com/office/powerpoint/2010/main" val="3837477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06491-51B9-443F-B8F2-7AA7981DBE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CDDE1B8-C763-4E7D-AE11-74FDB67FE5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6FE5E8-0446-4073-BDE0-4A142D1FB090}"/>
              </a:ext>
            </a:extLst>
          </p:cNvPr>
          <p:cNvSpPr>
            <a:spLocks noGrp="1"/>
          </p:cNvSpPr>
          <p:nvPr>
            <p:ph type="dt" sz="half" idx="10"/>
          </p:nvPr>
        </p:nvSpPr>
        <p:spPr/>
        <p:txBody>
          <a:bodyPr/>
          <a:lstStyle/>
          <a:p>
            <a:fld id="{A76D3F41-A17D-4CA0-8EFC-3623881FAF61}" type="datetimeFigureOut">
              <a:rPr lang="en-US" smtClean="0"/>
              <a:t>8/14/2022</a:t>
            </a:fld>
            <a:endParaRPr lang="en-US"/>
          </a:p>
        </p:txBody>
      </p:sp>
      <p:sp>
        <p:nvSpPr>
          <p:cNvPr id="5" name="Footer Placeholder 4">
            <a:extLst>
              <a:ext uri="{FF2B5EF4-FFF2-40B4-BE49-F238E27FC236}">
                <a16:creationId xmlns:a16="http://schemas.microsoft.com/office/drawing/2014/main" id="{3AB02608-2388-42EA-9E12-1BD0B8ABCE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5FB751-81A2-48D2-9634-0E1B05E70444}"/>
              </a:ext>
            </a:extLst>
          </p:cNvPr>
          <p:cNvSpPr>
            <a:spLocks noGrp="1"/>
          </p:cNvSpPr>
          <p:nvPr>
            <p:ph type="sldNum" sz="quarter" idx="12"/>
          </p:nvPr>
        </p:nvSpPr>
        <p:spPr/>
        <p:txBody>
          <a:bodyPr/>
          <a:lstStyle/>
          <a:p>
            <a:fld id="{7F8BB501-794C-4393-96CF-735675A1C4BC}" type="slidenum">
              <a:rPr lang="en-US" smtClean="0"/>
              <a:t>‹#›</a:t>
            </a:fld>
            <a:endParaRPr lang="en-US"/>
          </a:p>
        </p:txBody>
      </p:sp>
    </p:spTree>
    <p:extLst>
      <p:ext uri="{BB962C8B-B14F-4D97-AF65-F5344CB8AC3E}">
        <p14:creationId xmlns:p14="http://schemas.microsoft.com/office/powerpoint/2010/main" val="3470934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BC7DB3-1C1C-48C1-8FB2-53C370823F1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BA9AB7D-12B3-47FF-A996-A5DF8853C6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74162B-02F6-4323-815B-71F2A7212176}"/>
              </a:ext>
            </a:extLst>
          </p:cNvPr>
          <p:cNvSpPr>
            <a:spLocks noGrp="1"/>
          </p:cNvSpPr>
          <p:nvPr>
            <p:ph type="dt" sz="half" idx="10"/>
          </p:nvPr>
        </p:nvSpPr>
        <p:spPr/>
        <p:txBody>
          <a:bodyPr/>
          <a:lstStyle/>
          <a:p>
            <a:fld id="{A76D3F41-A17D-4CA0-8EFC-3623881FAF61}" type="datetimeFigureOut">
              <a:rPr lang="en-US" smtClean="0"/>
              <a:t>8/14/2022</a:t>
            </a:fld>
            <a:endParaRPr lang="en-US"/>
          </a:p>
        </p:txBody>
      </p:sp>
      <p:sp>
        <p:nvSpPr>
          <p:cNvPr id="5" name="Footer Placeholder 4">
            <a:extLst>
              <a:ext uri="{FF2B5EF4-FFF2-40B4-BE49-F238E27FC236}">
                <a16:creationId xmlns:a16="http://schemas.microsoft.com/office/drawing/2014/main" id="{C0D6B37B-7DFC-4668-9940-DFF949EA70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E1AF6F-F338-4F97-ACDE-729D55836424}"/>
              </a:ext>
            </a:extLst>
          </p:cNvPr>
          <p:cNvSpPr>
            <a:spLocks noGrp="1"/>
          </p:cNvSpPr>
          <p:nvPr>
            <p:ph type="sldNum" sz="quarter" idx="12"/>
          </p:nvPr>
        </p:nvSpPr>
        <p:spPr/>
        <p:txBody>
          <a:bodyPr/>
          <a:lstStyle/>
          <a:p>
            <a:fld id="{7F8BB501-794C-4393-96CF-735675A1C4BC}" type="slidenum">
              <a:rPr lang="en-US" smtClean="0"/>
              <a:t>‹#›</a:t>
            </a:fld>
            <a:endParaRPr lang="en-US"/>
          </a:p>
        </p:txBody>
      </p:sp>
    </p:spTree>
    <p:extLst>
      <p:ext uri="{BB962C8B-B14F-4D97-AF65-F5344CB8AC3E}">
        <p14:creationId xmlns:p14="http://schemas.microsoft.com/office/powerpoint/2010/main" val="1137892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0A6FCB-48D3-407C-BA42-32C9E86566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DAD7698-ADEA-4B84-99D5-AD3D738545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9FBFC6-44A3-4B7C-A90E-7AD0573827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6D3F41-A17D-4CA0-8EFC-3623881FAF61}" type="datetimeFigureOut">
              <a:rPr lang="en-US" smtClean="0"/>
              <a:t>8/14/2022</a:t>
            </a:fld>
            <a:endParaRPr lang="en-US"/>
          </a:p>
        </p:txBody>
      </p:sp>
      <p:sp>
        <p:nvSpPr>
          <p:cNvPr id="5" name="Footer Placeholder 4">
            <a:extLst>
              <a:ext uri="{FF2B5EF4-FFF2-40B4-BE49-F238E27FC236}">
                <a16:creationId xmlns:a16="http://schemas.microsoft.com/office/drawing/2014/main" id="{AF392114-2AB1-44E0-B8AC-8B8817C049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748CD78-5966-4D75-92A7-79D6BC219C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8BB501-794C-4393-96CF-735675A1C4BC}" type="slidenum">
              <a:rPr lang="en-US" smtClean="0"/>
              <a:t>‹#›</a:t>
            </a:fld>
            <a:endParaRPr lang="en-US"/>
          </a:p>
        </p:txBody>
      </p:sp>
    </p:spTree>
    <p:extLst>
      <p:ext uri="{BB962C8B-B14F-4D97-AF65-F5344CB8AC3E}">
        <p14:creationId xmlns:p14="http://schemas.microsoft.com/office/powerpoint/2010/main" val="36162171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1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4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6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8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4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6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5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5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6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6">
            <a:extLst>
              <a:ext uri="{FF2B5EF4-FFF2-40B4-BE49-F238E27FC236}">
                <a16:creationId xmlns:a16="http://schemas.microsoft.com/office/drawing/2014/main" id="{3EAAC866-38B5-4BE7-A95A-608229DB97E5}"/>
              </a:ext>
            </a:extLst>
          </p:cNvPr>
          <p:cNvSpPr>
            <a:spLocks noGrp="1" noChangeArrowheads="1"/>
          </p:cNvSpPr>
          <p:nvPr>
            <p:ph type="subTitle" idx="4294967295"/>
          </p:nvPr>
        </p:nvSpPr>
        <p:spPr>
          <a:xfrm>
            <a:off x="1524001" y="3395663"/>
            <a:ext cx="6981825" cy="2057400"/>
          </a:xfrm>
        </p:spPr>
        <p:txBody>
          <a:bodyPr>
            <a:normAutofit/>
          </a:bodyPr>
          <a:lstStyle/>
          <a:p>
            <a:pPr algn="ctr" eaLnBrk="1" hangingPunct="1">
              <a:lnSpc>
                <a:spcPct val="90000"/>
              </a:lnSpc>
              <a:buFontTx/>
              <a:buNone/>
            </a:pPr>
            <a:r>
              <a:rPr lang="en-US" altLang="en-US" sz="2400">
                <a:solidFill>
                  <a:srgbClr val="000000"/>
                </a:solidFill>
              </a:rPr>
              <a:t>Manu Maurette</a:t>
            </a:r>
            <a:endParaRPr lang="en-US" altLang="en-US" sz="2400" dirty="0">
              <a:solidFill>
                <a:srgbClr val="000000"/>
              </a:solidFill>
            </a:endParaRPr>
          </a:p>
          <a:p>
            <a:pPr algn="ctr" eaLnBrk="1" hangingPunct="1">
              <a:lnSpc>
                <a:spcPct val="90000"/>
              </a:lnSpc>
              <a:buFontTx/>
              <a:buNone/>
            </a:pPr>
            <a:endParaRPr lang="es-AR" altLang="en-US" sz="2400" dirty="0">
              <a:solidFill>
                <a:srgbClr val="000000"/>
              </a:solidFill>
            </a:endParaRPr>
          </a:p>
          <a:p>
            <a:pPr algn="ctr" eaLnBrk="1" hangingPunct="1">
              <a:lnSpc>
                <a:spcPct val="90000"/>
              </a:lnSpc>
              <a:buFontTx/>
              <a:buNone/>
            </a:pPr>
            <a:endParaRPr lang="es-AR" altLang="en-US" sz="2400" dirty="0">
              <a:solidFill>
                <a:srgbClr val="000000"/>
              </a:solidFill>
            </a:endParaRPr>
          </a:p>
          <a:p>
            <a:pPr algn="ctr" eaLnBrk="1" hangingPunct="1">
              <a:lnSpc>
                <a:spcPct val="90000"/>
              </a:lnSpc>
              <a:buFontTx/>
              <a:buNone/>
            </a:pPr>
            <a:r>
              <a:rPr lang="es-AR" altLang="en-US" sz="2400" dirty="0">
                <a:solidFill>
                  <a:srgbClr val="000000"/>
                </a:solidFill>
              </a:rPr>
              <a:t>Clase 4: Modelo de Black Scholes</a:t>
            </a:r>
            <a:endParaRPr lang="en-US" altLang="en-US" sz="2400" dirty="0">
              <a:solidFill>
                <a:srgbClr val="000000"/>
              </a:solidFill>
            </a:endParaRPr>
          </a:p>
        </p:txBody>
      </p:sp>
      <p:sp>
        <p:nvSpPr>
          <p:cNvPr id="2054" name="Rectangle 9">
            <a:extLst>
              <a:ext uri="{FF2B5EF4-FFF2-40B4-BE49-F238E27FC236}">
                <a16:creationId xmlns:a16="http://schemas.microsoft.com/office/drawing/2014/main" id="{C97DC3A1-35E5-4E0C-8B9A-3A0E18614310}"/>
              </a:ext>
            </a:extLst>
          </p:cNvPr>
          <p:cNvSpPr>
            <a:spLocks noChangeArrowheads="1"/>
          </p:cNvSpPr>
          <p:nvPr/>
        </p:nvSpPr>
        <p:spPr bwMode="auto">
          <a:xfrm>
            <a:off x="1933604" y="1669368"/>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lr>
                <a:schemeClr val="folHlink"/>
              </a:buClr>
              <a:buChar char="•"/>
              <a:defRPr sz="3200">
                <a:solidFill>
                  <a:srgbClr val="4D4D4D"/>
                </a:solidFill>
                <a:latin typeface="Times New Roman" pitchFamily="18" charset="0"/>
              </a:defRPr>
            </a:lvl1pPr>
            <a:lvl2pPr marL="742950" indent="-285750" eaLnBrk="0" hangingPunct="0">
              <a:spcBef>
                <a:spcPct val="20000"/>
              </a:spcBef>
              <a:buClr>
                <a:schemeClr val="folHlink"/>
              </a:buClr>
              <a:buSzPct val="75000"/>
              <a:buFont typeface="Wingdings" pitchFamily="2" charset="2"/>
              <a:buChar char="Ø"/>
              <a:defRPr sz="2800">
                <a:solidFill>
                  <a:srgbClr val="4D4D4D"/>
                </a:solidFill>
                <a:latin typeface="Times New Roman" pitchFamily="18" charset="0"/>
              </a:defRPr>
            </a:lvl2pPr>
            <a:lvl3pPr marL="1143000" indent="-228600" eaLnBrk="0" hangingPunct="0">
              <a:spcBef>
                <a:spcPct val="20000"/>
              </a:spcBef>
              <a:buClr>
                <a:schemeClr val="folHlink"/>
              </a:buClr>
              <a:buSzPct val="75000"/>
              <a:buFont typeface="Wingdings" pitchFamily="2" charset="2"/>
              <a:buChar char="w"/>
              <a:defRPr sz="2400">
                <a:solidFill>
                  <a:srgbClr val="4D4D4D"/>
                </a:solidFill>
                <a:latin typeface="Times New Roman" pitchFamily="18" charset="0"/>
              </a:defRPr>
            </a:lvl3pPr>
            <a:lvl4pPr marL="1600200" indent="-228600" eaLnBrk="0" hangingPunct="0">
              <a:spcBef>
                <a:spcPct val="20000"/>
              </a:spcBef>
              <a:buClr>
                <a:schemeClr val="folHlink"/>
              </a:buClr>
              <a:buSzPct val="75000"/>
              <a:buFont typeface="Wingdings" pitchFamily="2" charset="2"/>
              <a:buChar char="§"/>
              <a:defRPr sz="2000">
                <a:solidFill>
                  <a:srgbClr val="4D4D4D"/>
                </a:solidFill>
                <a:latin typeface="Times New Roman" pitchFamily="18" charset="0"/>
              </a:defRPr>
            </a:lvl4pPr>
            <a:lvl5pPr marL="2057400" indent="-228600" eaLnBrk="0" hangingPunct="0">
              <a:spcBef>
                <a:spcPct val="20000"/>
              </a:spcBef>
              <a:buClr>
                <a:schemeClr val="folHlink"/>
              </a:buClr>
              <a:buFont typeface="Times New Roman" pitchFamily="18" charset="0"/>
              <a:buChar char="-"/>
              <a:defRPr sz="2000">
                <a:solidFill>
                  <a:srgbClr val="4D4D4D"/>
                </a:solidFill>
                <a:latin typeface="Times New Roman" pitchFamily="18" charset="0"/>
              </a:defRPr>
            </a:lvl5pPr>
            <a:lvl6pPr marL="2514600" indent="-228600" eaLnBrk="0" fontAlgn="base" hangingPunct="0">
              <a:spcBef>
                <a:spcPct val="20000"/>
              </a:spcBef>
              <a:spcAft>
                <a:spcPct val="0"/>
              </a:spcAft>
              <a:buClr>
                <a:schemeClr val="folHlink"/>
              </a:buClr>
              <a:buFont typeface="Times New Roman" pitchFamily="18" charset="0"/>
              <a:buChar char="-"/>
              <a:defRPr sz="2000">
                <a:solidFill>
                  <a:srgbClr val="4D4D4D"/>
                </a:solidFill>
                <a:latin typeface="Times New Roman" pitchFamily="18" charset="0"/>
              </a:defRPr>
            </a:lvl6pPr>
            <a:lvl7pPr marL="2971800" indent="-228600" eaLnBrk="0" fontAlgn="base" hangingPunct="0">
              <a:spcBef>
                <a:spcPct val="20000"/>
              </a:spcBef>
              <a:spcAft>
                <a:spcPct val="0"/>
              </a:spcAft>
              <a:buClr>
                <a:schemeClr val="folHlink"/>
              </a:buClr>
              <a:buFont typeface="Times New Roman" pitchFamily="18" charset="0"/>
              <a:buChar char="-"/>
              <a:defRPr sz="2000">
                <a:solidFill>
                  <a:srgbClr val="4D4D4D"/>
                </a:solidFill>
                <a:latin typeface="Times New Roman" pitchFamily="18" charset="0"/>
              </a:defRPr>
            </a:lvl7pPr>
            <a:lvl8pPr marL="3429000" indent="-228600" eaLnBrk="0" fontAlgn="base" hangingPunct="0">
              <a:spcBef>
                <a:spcPct val="20000"/>
              </a:spcBef>
              <a:spcAft>
                <a:spcPct val="0"/>
              </a:spcAft>
              <a:buClr>
                <a:schemeClr val="folHlink"/>
              </a:buClr>
              <a:buFont typeface="Times New Roman" pitchFamily="18" charset="0"/>
              <a:buChar char="-"/>
              <a:defRPr sz="2000">
                <a:solidFill>
                  <a:srgbClr val="4D4D4D"/>
                </a:solidFill>
                <a:latin typeface="Times New Roman" pitchFamily="18" charset="0"/>
              </a:defRPr>
            </a:lvl8pPr>
            <a:lvl9pPr marL="3886200" indent="-228600" eaLnBrk="0" fontAlgn="base" hangingPunct="0">
              <a:spcBef>
                <a:spcPct val="20000"/>
              </a:spcBef>
              <a:spcAft>
                <a:spcPct val="0"/>
              </a:spcAft>
              <a:buClr>
                <a:schemeClr val="folHlink"/>
              </a:buClr>
              <a:buFont typeface="Times New Roman" pitchFamily="18" charset="0"/>
              <a:buChar char="-"/>
              <a:defRPr sz="2000">
                <a:solidFill>
                  <a:srgbClr val="4D4D4D"/>
                </a:solidFill>
                <a:latin typeface="Times New Roman" pitchFamily="18" charset="0"/>
              </a:defRPr>
            </a:lvl9pPr>
          </a:lstStyle>
          <a:p>
            <a:pPr algn="ctr" eaLnBrk="1" hangingPunct="1">
              <a:lnSpc>
                <a:spcPct val="85000"/>
              </a:lnSpc>
              <a:spcBef>
                <a:spcPct val="0"/>
              </a:spcBef>
              <a:buClrTx/>
              <a:buFontTx/>
              <a:buNone/>
              <a:defRPr/>
            </a:pPr>
            <a:r>
              <a:rPr lang="en-US" altLang="en-US" sz="4000" dirty="0" err="1">
                <a:solidFill>
                  <a:srgbClr val="000000"/>
                </a:solidFill>
                <a:latin typeface="+mn-lt"/>
              </a:rPr>
              <a:t>Derivados</a:t>
            </a:r>
            <a:r>
              <a:rPr lang="en-US" altLang="en-US" sz="4000" dirty="0">
                <a:solidFill>
                  <a:srgbClr val="000000"/>
                </a:solidFill>
                <a:latin typeface="+mn-lt"/>
              </a:rPr>
              <a:t> </a:t>
            </a:r>
            <a:r>
              <a:rPr lang="en-US" altLang="en-US" sz="4000" dirty="0" err="1">
                <a:solidFill>
                  <a:srgbClr val="000000"/>
                </a:solidFill>
                <a:latin typeface="+mn-lt"/>
              </a:rPr>
              <a:t>Financieros</a:t>
            </a:r>
            <a:r>
              <a:rPr lang="en-US" altLang="en-US" sz="4000" dirty="0">
                <a:solidFill>
                  <a:srgbClr val="000000"/>
                </a:solidFill>
                <a:latin typeface="+mn-lt"/>
              </a:rPr>
              <a:t> 4</a:t>
            </a:r>
          </a:p>
          <a:p>
            <a:pPr algn="ctr" eaLnBrk="1" hangingPunct="1">
              <a:lnSpc>
                <a:spcPct val="85000"/>
              </a:lnSpc>
              <a:spcBef>
                <a:spcPct val="0"/>
              </a:spcBef>
              <a:buClrTx/>
              <a:buFontTx/>
              <a:buNone/>
              <a:defRPr/>
            </a:pPr>
            <a:r>
              <a:rPr lang="en-US" altLang="en-US" sz="4000" dirty="0">
                <a:solidFill>
                  <a:srgbClr val="000000"/>
                </a:solidFill>
                <a:latin typeface="+mn-lt"/>
              </a:rPr>
              <a:t>2022</a:t>
            </a:r>
          </a:p>
        </p:txBody>
      </p:sp>
      <p:sp>
        <p:nvSpPr>
          <p:cNvPr id="4104" name="Line 22">
            <a:extLst>
              <a:ext uri="{FF2B5EF4-FFF2-40B4-BE49-F238E27FC236}">
                <a16:creationId xmlns:a16="http://schemas.microsoft.com/office/drawing/2014/main" id="{B8AF241C-92FF-4369-99C6-4BFD7E032E3B}"/>
              </a:ext>
            </a:extLst>
          </p:cNvPr>
          <p:cNvSpPr>
            <a:spLocks noChangeShapeType="1"/>
          </p:cNvSpPr>
          <p:nvPr/>
        </p:nvSpPr>
        <p:spPr bwMode="auto">
          <a:xfrm>
            <a:off x="1828800" y="1268760"/>
            <a:ext cx="8458200"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4105" name="Line 23">
            <a:extLst>
              <a:ext uri="{FF2B5EF4-FFF2-40B4-BE49-F238E27FC236}">
                <a16:creationId xmlns:a16="http://schemas.microsoft.com/office/drawing/2014/main" id="{216886FB-126A-4D10-92C7-22C7C0CCC520}"/>
              </a:ext>
            </a:extLst>
          </p:cNvPr>
          <p:cNvSpPr>
            <a:spLocks noChangeShapeType="1"/>
          </p:cNvSpPr>
          <p:nvPr/>
        </p:nvSpPr>
        <p:spPr bwMode="auto">
          <a:xfrm>
            <a:off x="1905000" y="3212976"/>
            <a:ext cx="8458200"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lstStyle/>
          <a:p>
            <a:endParaRPr lang="en-US"/>
          </a:p>
        </p:txBody>
      </p:sp>
      <p:pic>
        <p:nvPicPr>
          <p:cNvPr id="3" name="Picture 2" descr="A picture containing food&#10;&#10;Description automatically generated">
            <a:extLst>
              <a:ext uri="{FF2B5EF4-FFF2-40B4-BE49-F238E27FC236}">
                <a16:creationId xmlns:a16="http://schemas.microsoft.com/office/drawing/2014/main" id="{2400D78A-3C2B-4C45-8A14-A94448C01C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3233" y="5157193"/>
            <a:ext cx="1665535" cy="1665535"/>
          </a:xfrm>
          <a:prstGeom prst="rect">
            <a:avLst/>
          </a:prstGeom>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6">
            <a:extLst>
              <a:ext uri="{FF2B5EF4-FFF2-40B4-BE49-F238E27FC236}">
                <a16:creationId xmlns:a16="http://schemas.microsoft.com/office/drawing/2014/main" id="{6F2C7662-C274-42B9-B285-5FDBFCAC2D40}"/>
              </a:ext>
            </a:extLst>
          </p:cNvPr>
          <p:cNvSpPr>
            <a:spLocks noGrp="1" noChangeArrowheads="1"/>
          </p:cNvSpPr>
          <p:nvPr>
            <p:ph type="title"/>
          </p:nvPr>
        </p:nvSpPr>
        <p:spPr/>
        <p:txBody>
          <a:bodyPr/>
          <a:lstStyle/>
          <a:p>
            <a:r>
              <a:rPr lang="es-AR" altLang="en-US" sz="3200" dirty="0">
                <a:solidFill>
                  <a:srgbClr val="000000"/>
                </a:solidFill>
              </a:rPr>
              <a:t>Modelos Matemáticos en Finanzas Cuantitativas</a:t>
            </a:r>
          </a:p>
        </p:txBody>
      </p:sp>
      <p:sp>
        <p:nvSpPr>
          <p:cNvPr id="8" name="Rectangle 3">
            <a:extLst>
              <a:ext uri="{FF2B5EF4-FFF2-40B4-BE49-F238E27FC236}">
                <a16:creationId xmlns:a16="http://schemas.microsoft.com/office/drawing/2014/main" id="{841429DC-AC78-4B5C-A407-1D66F84215E4}"/>
              </a:ext>
            </a:extLst>
          </p:cNvPr>
          <p:cNvSpPr txBox="1">
            <a:spLocks noChangeArrowheads="1"/>
          </p:cNvSpPr>
          <p:nvPr/>
        </p:nvSpPr>
        <p:spPr bwMode="auto">
          <a:xfrm>
            <a:off x="1774825" y="1341438"/>
            <a:ext cx="84582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folHlink"/>
              </a:buClr>
              <a:buChar char="•"/>
              <a:defRPr sz="3200">
                <a:solidFill>
                  <a:srgbClr val="4D4D4D"/>
                </a:solidFill>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Wingdings" panose="05000000000000000000" pitchFamily="2" charset="2"/>
              <a:buChar char="Ø"/>
              <a:defRPr sz="2800">
                <a:solidFill>
                  <a:srgbClr val="4D4D4D"/>
                </a:solidFill>
                <a:latin typeface="+mn-lt"/>
              </a:defRPr>
            </a:lvl2pPr>
            <a:lvl3pPr marL="1085850" indent="-228600" algn="l" rtl="0" eaLnBrk="0" fontAlgn="base" hangingPunct="0">
              <a:spcBef>
                <a:spcPct val="20000"/>
              </a:spcBef>
              <a:spcAft>
                <a:spcPct val="0"/>
              </a:spcAft>
              <a:buClr>
                <a:schemeClr val="folHlink"/>
              </a:buClr>
              <a:buSzPct val="75000"/>
              <a:buFont typeface="Wingdings" panose="05000000000000000000" pitchFamily="2" charset="2"/>
              <a:buChar char="w"/>
              <a:defRPr sz="2400">
                <a:solidFill>
                  <a:srgbClr val="4D4D4D"/>
                </a:solidFill>
                <a:latin typeface="+mn-lt"/>
              </a:defRPr>
            </a:lvl3pPr>
            <a:lvl4pPr marL="1428750" indent="-228600" algn="l" rtl="0" eaLnBrk="0" fontAlgn="base" hangingPunct="0">
              <a:spcBef>
                <a:spcPct val="20000"/>
              </a:spcBef>
              <a:spcAft>
                <a:spcPct val="0"/>
              </a:spcAft>
              <a:buClr>
                <a:schemeClr val="folHlink"/>
              </a:buClr>
              <a:buSzPct val="75000"/>
              <a:buFont typeface="Wingdings" panose="05000000000000000000" pitchFamily="2" charset="2"/>
              <a:buChar char="§"/>
              <a:defRPr sz="2000">
                <a:solidFill>
                  <a:srgbClr val="4D4D4D"/>
                </a:solidFill>
                <a:latin typeface="+mn-lt"/>
              </a:defRPr>
            </a:lvl4pPr>
            <a:lvl5pPr marL="1771650" indent="-228600" algn="l" rtl="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mn-lt"/>
              </a:defRPr>
            </a:lvl5pPr>
            <a:lvl6pPr marL="22288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6pPr>
            <a:lvl7pPr marL="26860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7pPr>
            <a:lvl8pPr marL="31432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8pPr>
            <a:lvl9pPr marL="36004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9pPr>
          </a:lstStyle>
          <a:p>
            <a:pPr eaLnBrk="1" hangingPunct="1">
              <a:defRPr/>
            </a:pPr>
            <a:endParaRPr lang="es-AR" sz="2300" dirty="0">
              <a:solidFill>
                <a:srgbClr val="000000"/>
              </a:solidFill>
              <a:latin typeface="CMSS10"/>
            </a:endParaRPr>
          </a:p>
          <a:p>
            <a:pPr eaLnBrk="1" hangingPunct="1">
              <a:defRPr/>
            </a:pPr>
            <a:r>
              <a:rPr lang="es-AR" sz="2300" dirty="0">
                <a:solidFill>
                  <a:srgbClr val="000000"/>
                </a:solidFill>
                <a:latin typeface="CMSS10"/>
              </a:rPr>
              <a:t>Fórmulas Cerradas / Aproximaciones analíticas</a:t>
            </a:r>
            <a:endParaRPr lang="es-AR" altLang="en-US" sz="2300" kern="0" dirty="0">
              <a:solidFill>
                <a:srgbClr val="000000"/>
              </a:solidFill>
            </a:endParaRPr>
          </a:p>
          <a:p>
            <a:pPr eaLnBrk="1" hangingPunct="1">
              <a:defRPr/>
            </a:pPr>
            <a:endParaRPr lang="es-AR" sz="2300" dirty="0">
              <a:solidFill>
                <a:srgbClr val="000000"/>
              </a:solidFill>
              <a:latin typeface="CMSS10"/>
            </a:endParaRPr>
          </a:p>
          <a:p>
            <a:pPr eaLnBrk="1" hangingPunct="1">
              <a:defRPr/>
            </a:pPr>
            <a:r>
              <a:rPr lang="es-AR" sz="2300" dirty="0">
                <a:solidFill>
                  <a:srgbClr val="000000"/>
                </a:solidFill>
                <a:latin typeface="CMSS10"/>
              </a:rPr>
              <a:t>Modelos de árboles (</a:t>
            </a:r>
            <a:r>
              <a:rPr lang="es-AR" sz="2300" i="1" dirty="0" err="1">
                <a:solidFill>
                  <a:srgbClr val="000000"/>
                </a:solidFill>
                <a:latin typeface="CMSS10"/>
              </a:rPr>
              <a:t>lattices</a:t>
            </a:r>
            <a:r>
              <a:rPr lang="es-AR" sz="2300" dirty="0">
                <a:solidFill>
                  <a:srgbClr val="000000"/>
                </a:solidFill>
                <a:latin typeface="CMSS10"/>
              </a:rPr>
              <a:t>)</a:t>
            </a:r>
            <a:r>
              <a:rPr lang="es-AR" sz="2300" dirty="0"/>
              <a:t> </a:t>
            </a:r>
          </a:p>
          <a:p>
            <a:pPr eaLnBrk="1" hangingPunct="1">
              <a:defRPr/>
            </a:pPr>
            <a:endParaRPr lang="es-AR" sz="2300" dirty="0">
              <a:solidFill>
                <a:srgbClr val="000000"/>
              </a:solidFill>
              <a:latin typeface="CMSS10"/>
            </a:endParaRPr>
          </a:p>
          <a:p>
            <a:pPr eaLnBrk="1" hangingPunct="1">
              <a:defRPr/>
            </a:pPr>
            <a:r>
              <a:rPr lang="es-AR" sz="2300" dirty="0">
                <a:solidFill>
                  <a:srgbClr val="000000"/>
                </a:solidFill>
                <a:latin typeface="CMSS10"/>
              </a:rPr>
              <a:t>Modelos de Ecuaciones Diferenciales</a:t>
            </a:r>
            <a:endParaRPr lang="es-AR" sz="2300" i="1" dirty="0">
              <a:solidFill>
                <a:srgbClr val="7030A0"/>
              </a:solidFill>
            </a:endParaRPr>
          </a:p>
          <a:p>
            <a:pPr>
              <a:defRPr/>
            </a:pPr>
            <a:endParaRPr lang="es-AR" sz="2300" dirty="0">
              <a:solidFill>
                <a:srgbClr val="000000"/>
              </a:solidFill>
              <a:latin typeface="CMSS10"/>
            </a:endParaRPr>
          </a:p>
          <a:p>
            <a:pPr>
              <a:defRPr/>
            </a:pPr>
            <a:r>
              <a:rPr lang="es-AR" sz="2300" dirty="0">
                <a:solidFill>
                  <a:srgbClr val="000000"/>
                </a:solidFill>
                <a:latin typeface="CMSS10"/>
              </a:rPr>
              <a:t>Montecarlo</a:t>
            </a:r>
          </a:p>
          <a:p>
            <a:pPr>
              <a:defRPr/>
            </a:pPr>
            <a:endParaRPr lang="es-AR" sz="2300" dirty="0">
              <a:solidFill>
                <a:srgbClr val="000000"/>
              </a:solidFill>
              <a:latin typeface="CMSS10"/>
            </a:endParaRPr>
          </a:p>
          <a:p>
            <a:pPr>
              <a:defRPr/>
            </a:pPr>
            <a:r>
              <a:rPr lang="es-AR" sz="2300" dirty="0">
                <a:solidFill>
                  <a:srgbClr val="000000"/>
                </a:solidFill>
                <a:latin typeface="CMSS10"/>
              </a:rPr>
              <a:t>Ad-hoc</a:t>
            </a:r>
          </a:p>
          <a:p>
            <a:pPr>
              <a:defRPr/>
            </a:pPr>
            <a:endParaRPr lang="es-AR" sz="2300" b="1" dirty="0">
              <a:solidFill>
                <a:srgbClr val="000000"/>
              </a:solidFill>
              <a:latin typeface="CMSS10"/>
            </a:endParaRPr>
          </a:p>
        </p:txBody>
      </p:sp>
    </p:spTree>
    <p:extLst>
      <p:ext uri="{BB962C8B-B14F-4D97-AF65-F5344CB8AC3E}">
        <p14:creationId xmlns:p14="http://schemas.microsoft.com/office/powerpoint/2010/main" val="14423740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A9C4E8-581A-4E73-B27B-71D0BD093319}"/>
              </a:ext>
            </a:extLst>
          </p:cNvPr>
          <p:cNvSpPr>
            <a:spLocks noGrp="1"/>
          </p:cNvSpPr>
          <p:nvPr>
            <p:ph type="sldNum" sz="quarter" idx="10"/>
          </p:nvPr>
        </p:nvSpPr>
        <p:spPr/>
        <p:txBody>
          <a:bodyPr/>
          <a:lstStyle/>
          <a:p>
            <a:pPr>
              <a:defRPr/>
            </a:pPr>
            <a:fld id="{095C3A6C-2EF2-4429-8171-61B701167257}" type="slidenum">
              <a:rPr lang="en-US" altLang="en-US" smtClean="0"/>
              <a:pPr>
                <a:defRPr/>
              </a:pPr>
              <a:t>3</a:t>
            </a:fld>
            <a:endParaRPr lang="en-US" altLang="en-US"/>
          </a:p>
        </p:txBody>
      </p:sp>
      <p:sp>
        <p:nvSpPr>
          <p:cNvPr id="3" name="Rectangle 2">
            <a:extLst>
              <a:ext uri="{FF2B5EF4-FFF2-40B4-BE49-F238E27FC236}">
                <a16:creationId xmlns:a16="http://schemas.microsoft.com/office/drawing/2014/main" id="{2C5010B1-A23D-46C3-A2F0-4934E81DD0DA}"/>
              </a:ext>
            </a:extLst>
          </p:cNvPr>
          <p:cNvSpPr txBox="1">
            <a:spLocks noChangeArrowheads="1"/>
          </p:cNvSpPr>
          <p:nvPr/>
        </p:nvSpPr>
        <p:spPr bwMode="auto">
          <a:xfrm>
            <a:off x="2438401" y="0"/>
            <a:ext cx="7381875"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ctr" anchorCtr="0" compatLnSpc="1">
            <a:prstTxWarp prst="textNoShape">
              <a:avLst/>
            </a:prstTxWarp>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defTabSz="4572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200" kern="0" dirty="0">
                <a:solidFill>
                  <a:srgbClr val="000000"/>
                </a:solidFill>
              </a:rPr>
              <a:t>Un </a:t>
            </a:r>
            <a:r>
              <a:rPr lang="en-GB" altLang="en-US" sz="3200" kern="0" dirty="0" err="1">
                <a:solidFill>
                  <a:srgbClr val="000000"/>
                </a:solidFill>
              </a:rPr>
              <a:t>modelo</a:t>
            </a:r>
            <a:r>
              <a:rPr lang="en-GB" altLang="en-US" sz="3200" kern="0" dirty="0">
                <a:solidFill>
                  <a:srgbClr val="000000"/>
                </a:solidFill>
              </a:rPr>
              <a:t> de </a:t>
            </a:r>
            <a:r>
              <a:rPr lang="en-GB" altLang="en-US" sz="3200" kern="0" dirty="0" err="1">
                <a:solidFill>
                  <a:srgbClr val="000000"/>
                </a:solidFill>
              </a:rPr>
              <a:t>dinámica</a:t>
            </a:r>
            <a:r>
              <a:rPr lang="en-GB" altLang="en-US" sz="3200" kern="0" dirty="0">
                <a:solidFill>
                  <a:srgbClr val="000000"/>
                </a:solidFill>
              </a:rPr>
              <a:t> continua (1/2)</a:t>
            </a:r>
          </a:p>
        </p:txBody>
      </p:sp>
      <mc:AlternateContent xmlns:mc="http://schemas.openxmlformats.org/markup-compatibility/2006" xmlns:a14="http://schemas.microsoft.com/office/drawing/2010/main">
        <mc:Choice Requires="a14">
          <p:sp>
            <p:nvSpPr>
              <p:cNvPr id="5" name="Rectangle 3">
                <a:extLst>
                  <a:ext uri="{FF2B5EF4-FFF2-40B4-BE49-F238E27FC236}">
                    <a16:creationId xmlns:a16="http://schemas.microsoft.com/office/drawing/2014/main" id="{783F8FDA-144E-4BCA-A2A8-81771A52A97F}"/>
                  </a:ext>
                </a:extLst>
              </p:cNvPr>
              <p:cNvSpPr txBox="1">
                <a:spLocks noChangeArrowheads="1"/>
              </p:cNvSpPr>
              <p:nvPr/>
            </p:nvSpPr>
            <p:spPr bwMode="auto">
              <a:xfrm>
                <a:off x="1847850" y="1125538"/>
                <a:ext cx="8458200" cy="52578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Char char="•"/>
                  <a:defRPr sz="3200">
                    <a:solidFill>
                      <a:srgbClr val="4D4D4D"/>
                    </a:solidFill>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Wingdings" panose="05000000000000000000" pitchFamily="2" charset="2"/>
                  <a:buChar char="Ø"/>
                  <a:defRPr sz="2800">
                    <a:solidFill>
                      <a:srgbClr val="4D4D4D"/>
                    </a:solidFill>
                    <a:latin typeface="+mn-lt"/>
                  </a:defRPr>
                </a:lvl2pPr>
                <a:lvl3pPr marL="1085850" indent="-228600" algn="l" rtl="0" eaLnBrk="0" fontAlgn="base" hangingPunct="0">
                  <a:spcBef>
                    <a:spcPct val="20000"/>
                  </a:spcBef>
                  <a:spcAft>
                    <a:spcPct val="0"/>
                  </a:spcAft>
                  <a:buClr>
                    <a:schemeClr val="folHlink"/>
                  </a:buClr>
                  <a:buSzPct val="75000"/>
                  <a:buFont typeface="Wingdings" panose="05000000000000000000" pitchFamily="2" charset="2"/>
                  <a:buChar char="w"/>
                  <a:defRPr sz="2400">
                    <a:solidFill>
                      <a:srgbClr val="4D4D4D"/>
                    </a:solidFill>
                    <a:latin typeface="+mn-lt"/>
                  </a:defRPr>
                </a:lvl3pPr>
                <a:lvl4pPr marL="1428750" indent="-228600" algn="l" rtl="0" eaLnBrk="0" fontAlgn="base" hangingPunct="0">
                  <a:spcBef>
                    <a:spcPct val="20000"/>
                  </a:spcBef>
                  <a:spcAft>
                    <a:spcPct val="0"/>
                  </a:spcAft>
                  <a:buClr>
                    <a:schemeClr val="folHlink"/>
                  </a:buClr>
                  <a:buSzPct val="75000"/>
                  <a:buFont typeface="Wingdings" panose="05000000000000000000" pitchFamily="2" charset="2"/>
                  <a:buChar char="§"/>
                  <a:defRPr sz="2000">
                    <a:solidFill>
                      <a:srgbClr val="4D4D4D"/>
                    </a:solidFill>
                    <a:latin typeface="+mn-lt"/>
                  </a:defRPr>
                </a:lvl4pPr>
                <a:lvl5pPr marL="1771650" indent="-228600" algn="l" rtl="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mn-lt"/>
                  </a:defRPr>
                </a:lvl5pPr>
                <a:lvl6pPr marL="22288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6pPr>
                <a:lvl7pPr marL="26860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7pPr>
                <a:lvl8pPr marL="31432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8pPr>
                <a:lvl9pPr marL="36004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9pPr>
              </a:lstStyle>
              <a:p>
                <a:pPr eaLnBrk="1" hangingPunct="1"/>
                <a:endParaRPr lang="es-AR" altLang="en-US" sz="400" kern="0" dirty="0"/>
              </a:p>
              <a:p>
                <a:pPr marL="0" indent="0" eaLnBrk="1" hangingPunct="1">
                  <a:buNone/>
                </a:pPr>
                <a:r>
                  <a:rPr lang="es-ES" altLang="en-US" sz="2300" kern="0" dirty="0">
                    <a:solidFill>
                      <a:srgbClr val="000000"/>
                    </a:solidFill>
                  </a:rPr>
                  <a:t>A partir de ahora pasaremos de modelos en los cuales los activos</a:t>
                </a:r>
              </a:p>
              <a:p>
                <a:pPr eaLnBrk="1" hangingPunct="1">
                  <a:buFontTx/>
                  <a:buNone/>
                </a:pPr>
                <a:r>
                  <a:rPr lang="es-ES" altLang="en-US" sz="2300" kern="0" dirty="0">
                    <a:solidFill>
                      <a:srgbClr val="000000"/>
                    </a:solidFill>
                  </a:rPr>
                  <a:t>pueden tomar distintos valores en </a:t>
                </a:r>
                <a14:m>
                  <m:oMath xmlns:m="http://schemas.openxmlformats.org/officeDocument/2006/math">
                    <m:r>
                      <a:rPr lang="es-ES" altLang="en-US" sz="2300" i="1" kern="0" dirty="0">
                        <a:solidFill>
                          <a:srgbClr val="000000"/>
                        </a:solidFill>
                        <a:latin typeface="Cambria Math" panose="02040503050406030204" pitchFamily="18" charset="0"/>
                      </a:rPr>
                      <m:t>0=</m:t>
                    </m:r>
                    <m:sSub>
                      <m:sSubPr>
                        <m:ctrlPr>
                          <a:rPr lang="es-AR" altLang="en-US" sz="2300" i="1" kern="0" dirty="0">
                            <a:solidFill>
                              <a:srgbClr val="000000"/>
                            </a:solidFill>
                            <a:latin typeface="Cambria Math" panose="02040503050406030204" pitchFamily="18" charset="0"/>
                          </a:rPr>
                        </m:ctrlPr>
                      </m:sSubPr>
                      <m:e>
                        <m:r>
                          <a:rPr lang="es-ES" altLang="en-US" sz="2300" i="1" kern="0" dirty="0">
                            <a:solidFill>
                              <a:srgbClr val="000000"/>
                            </a:solidFill>
                            <a:latin typeface="Cambria Math" panose="02040503050406030204" pitchFamily="18" charset="0"/>
                          </a:rPr>
                          <m:t>𝑡</m:t>
                        </m:r>
                      </m:e>
                      <m:sub>
                        <m:r>
                          <a:rPr lang="es-ES" altLang="en-US" sz="2300" i="1" kern="0" dirty="0">
                            <a:solidFill>
                              <a:srgbClr val="000000"/>
                            </a:solidFill>
                            <a:latin typeface="Cambria Math" panose="02040503050406030204" pitchFamily="18" charset="0"/>
                          </a:rPr>
                          <m:t>0</m:t>
                        </m:r>
                      </m:sub>
                    </m:sSub>
                    <m:r>
                      <a:rPr lang="es-AR" altLang="en-US" sz="2300" i="1" kern="0" dirty="0">
                        <a:solidFill>
                          <a:srgbClr val="000000"/>
                        </a:solidFill>
                        <a:latin typeface="Cambria Math" panose="02040503050406030204" pitchFamily="18" charset="0"/>
                      </a:rPr>
                      <m:t>&lt;</m:t>
                    </m:r>
                    <m:sSub>
                      <m:sSubPr>
                        <m:ctrlPr>
                          <a:rPr lang="es-AR" altLang="en-US" sz="2300" i="1" kern="0" dirty="0">
                            <a:solidFill>
                              <a:srgbClr val="000000"/>
                            </a:solidFill>
                            <a:latin typeface="Cambria Math" panose="02040503050406030204" pitchFamily="18" charset="0"/>
                          </a:rPr>
                        </m:ctrlPr>
                      </m:sSubPr>
                      <m:e>
                        <m:r>
                          <a:rPr lang="es-ES" altLang="en-US" sz="2300" i="1" kern="0" dirty="0">
                            <a:solidFill>
                              <a:srgbClr val="000000"/>
                            </a:solidFill>
                            <a:latin typeface="Cambria Math" panose="02040503050406030204" pitchFamily="18" charset="0"/>
                          </a:rPr>
                          <m:t>𝑡</m:t>
                        </m:r>
                      </m:e>
                      <m:sub>
                        <m:r>
                          <a:rPr lang="es-ES" altLang="en-US" sz="2300" i="1" kern="0" dirty="0">
                            <a:solidFill>
                              <a:srgbClr val="000000"/>
                            </a:solidFill>
                            <a:latin typeface="Cambria Math" panose="02040503050406030204" pitchFamily="18" charset="0"/>
                          </a:rPr>
                          <m:t>1</m:t>
                        </m:r>
                      </m:sub>
                    </m:sSub>
                    <m:r>
                      <a:rPr lang="es-AR" altLang="en-US" sz="2300" i="1" kern="0" dirty="0">
                        <a:solidFill>
                          <a:srgbClr val="000000"/>
                        </a:solidFill>
                        <a:latin typeface="Cambria Math" panose="02040503050406030204" pitchFamily="18" charset="0"/>
                      </a:rPr>
                      <m:t>&lt;⋯&lt;</m:t>
                    </m:r>
                    <m:r>
                      <a:rPr lang="es-ES" altLang="en-US" sz="2300" i="1" kern="0" dirty="0">
                        <a:solidFill>
                          <a:srgbClr val="000000"/>
                        </a:solidFill>
                        <a:latin typeface="Cambria Math" panose="02040503050406030204" pitchFamily="18" charset="0"/>
                      </a:rPr>
                      <m:t> </m:t>
                    </m:r>
                    <m:sSub>
                      <m:sSubPr>
                        <m:ctrlPr>
                          <a:rPr lang="es-AR" altLang="en-US" sz="2300" i="1" kern="0" dirty="0">
                            <a:solidFill>
                              <a:srgbClr val="000000"/>
                            </a:solidFill>
                            <a:latin typeface="Cambria Math" panose="02040503050406030204" pitchFamily="18" charset="0"/>
                          </a:rPr>
                        </m:ctrlPr>
                      </m:sSubPr>
                      <m:e>
                        <m:r>
                          <a:rPr lang="es-ES" altLang="en-US" sz="2300" i="1" kern="0" dirty="0" err="1">
                            <a:solidFill>
                              <a:srgbClr val="000000"/>
                            </a:solidFill>
                            <a:latin typeface="Cambria Math" panose="02040503050406030204" pitchFamily="18" charset="0"/>
                          </a:rPr>
                          <m:t>𝑡</m:t>
                        </m:r>
                      </m:e>
                      <m:sub>
                        <m:r>
                          <a:rPr lang="es-ES" altLang="en-US" sz="2300" i="1" kern="0" dirty="0" err="1">
                            <a:solidFill>
                              <a:srgbClr val="000000"/>
                            </a:solidFill>
                            <a:latin typeface="Cambria Math" panose="02040503050406030204" pitchFamily="18" charset="0"/>
                          </a:rPr>
                          <m:t>𝑁</m:t>
                        </m:r>
                      </m:sub>
                    </m:sSub>
                    <m:r>
                      <a:rPr lang="es-ES" altLang="en-US" sz="2300" i="1" kern="0" dirty="0">
                        <a:solidFill>
                          <a:srgbClr val="000000"/>
                        </a:solidFill>
                        <a:latin typeface="Cambria Math" panose="02040503050406030204" pitchFamily="18" charset="0"/>
                      </a:rPr>
                      <m:t>=</m:t>
                    </m:r>
                    <m:r>
                      <a:rPr lang="es-ES" altLang="en-US" sz="2300" i="1" kern="0" dirty="0">
                        <a:solidFill>
                          <a:srgbClr val="000000"/>
                        </a:solidFill>
                        <a:latin typeface="Cambria Math" panose="02040503050406030204" pitchFamily="18" charset="0"/>
                      </a:rPr>
                      <m:t>𝑇</m:t>
                    </m:r>
                    <m:r>
                      <a:rPr lang="es-ES" altLang="en-US" sz="2300" i="1" kern="0" dirty="0">
                        <a:solidFill>
                          <a:srgbClr val="000000"/>
                        </a:solidFill>
                        <a:latin typeface="Cambria Math" panose="02040503050406030204" pitchFamily="18" charset="0"/>
                      </a:rPr>
                      <m:t> </m:t>
                    </m:r>
                  </m:oMath>
                </a14:m>
                <a:r>
                  <a:rPr lang="es-ES" altLang="en-US" sz="2300" kern="0" dirty="0">
                    <a:solidFill>
                      <a:srgbClr val="000000"/>
                    </a:solidFill>
                  </a:rPr>
                  <a:t>a</a:t>
                </a:r>
              </a:p>
              <a:p>
                <a:pPr eaLnBrk="1" hangingPunct="1">
                  <a:buFontTx/>
                  <a:buNone/>
                </a:pPr>
                <a:r>
                  <a:rPr lang="es-ES" altLang="en-US" sz="2300" kern="0" dirty="0">
                    <a:solidFill>
                      <a:srgbClr val="000000"/>
                    </a:solidFill>
                  </a:rPr>
                  <a:t>modelos el los cuales pueden tomar distintos valores para cualquier</a:t>
                </a:r>
              </a:p>
              <a:p>
                <a:pPr eaLnBrk="1" hangingPunct="1">
                  <a:buFontTx/>
                  <a:buNone/>
                </a:pPr>
                <a:r>
                  <a:rPr lang="es-ES" altLang="en-US" sz="2300" kern="0" dirty="0">
                    <a:solidFill>
                      <a:srgbClr val="000000"/>
                    </a:solidFill>
                  </a:rPr>
                  <a:t>valor </a:t>
                </a:r>
                <a14:m>
                  <m:oMath xmlns:m="http://schemas.openxmlformats.org/officeDocument/2006/math">
                    <m:r>
                      <a:rPr lang="es-ES" altLang="en-US" sz="2300" i="1" kern="0" dirty="0">
                        <a:solidFill>
                          <a:srgbClr val="000000"/>
                        </a:solidFill>
                        <a:latin typeface="Cambria Math" panose="02040503050406030204" pitchFamily="18" charset="0"/>
                      </a:rPr>
                      <m:t>𝑡</m:t>
                    </m:r>
                    <m:r>
                      <a:rPr lang="es-AR" altLang="en-US" sz="2300" i="1" kern="0" dirty="0">
                        <a:solidFill>
                          <a:srgbClr val="000000"/>
                        </a:solidFill>
                        <a:latin typeface="Cambria Math" panose="02040503050406030204" pitchFamily="18" charset="0"/>
                      </a:rPr>
                      <m:t>∈</m:t>
                    </m:r>
                    <m:r>
                      <a:rPr lang="es-ES" altLang="en-US" sz="2300" i="1" kern="0" dirty="0">
                        <a:solidFill>
                          <a:srgbClr val="000000"/>
                        </a:solidFill>
                        <a:latin typeface="Cambria Math" panose="02040503050406030204" pitchFamily="18" charset="0"/>
                      </a:rPr>
                      <m:t>[0</m:t>
                    </m:r>
                    <m:r>
                      <a:rPr lang="es-AR" altLang="en-US" sz="2300" i="1" kern="0" dirty="0">
                        <a:solidFill>
                          <a:srgbClr val="000000"/>
                        </a:solidFill>
                        <a:latin typeface="Cambria Math" panose="02040503050406030204" pitchFamily="18" charset="0"/>
                      </a:rPr>
                      <m:t>,</m:t>
                    </m:r>
                    <m:r>
                      <a:rPr lang="es-ES" altLang="en-US" sz="2300" i="1" kern="0" dirty="0">
                        <a:solidFill>
                          <a:srgbClr val="000000"/>
                        </a:solidFill>
                        <a:latin typeface="Cambria Math" panose="02040503050406030204" pitchFamily="18" charset="0"/>
                      </a:rPr>
                      <m:t>𝑇</m:t>
                    </m:r>
                    <m:r>
                      <a:rPr lang="es-ES" altLang="en-US" sz="2300" i="1" kern="0" dirty="0">
                        <a:solidFill>
                          <a:srgbClr val="000000"/>
                        </a:solidFill>
                        <a:latin typeface="Cambria Math" panose="02040503050406030204" pitchFamily="18" charset="0"/>
                      </a:rPr>
                      <m:t>]</m:t>
                    </m:r>
                  </m:oMath>
                </a14:m>
                <a:r>
                  <a:rPr lang="es-ES" altLang="en-US" sz="2300" kern="0" dirty="0">
                    <a:solidFill>
                      <a:srgbClr val="000000"/>
                    </a:solidFill>
                  </a:rPr>
                  <a:t>. Es decir, </a:t>
                </a:r>
                <a:r>
                  <a:rPr lang="es-ES" altLang="en-US" sz="2300" kern="0" dirty="0">
                    <a:solidFill>
                      <a:schemeClr val="tx1">
                        <a:lumMod val="60000"/>
                        <a:lumOff val="40000"/>
                      </a:schemeClr>
                    </a:solidFill>
                  </a:rPr>
                  <a:t>modelos continuos</a:t>
                </a:r>
                <a:r>
                  <a:rPr lang="es-ES" altLang="en-US" sz="2300" kern="0" dirty="0">
                    <a:solidFill>
                      <a:srgbClr val="000000"/>
                    </a:solidFill>
                  </a:rPr>
                  <a:t>.</a:t>
                </a:r>
              </a:p>
              <a:p>
                <a:pPr eaLnBrk="1" hangingPunct="1">
                  <a:buFontTx/>
                  <a:buNone/>
                </a:pPr>
                <a:endParaRPr lang="es-ES" altLang="en-US" sz="2300" kern="0" dirty="0">
                  <a:solidFill>
                    <a:srgbClr val="000000"/>
                  </a:solidFill>
                </a:endParaRPr>
              </a:p>
              <a:p>
                <a:pPr eaLnBrk="1" hangingPunct="1">
                  <a:buFontTx/>
                  <a:buNone/>
                </a:pPr>
                <a:r>
                  <a:rPr lang="es-ES" altLang="en-US" sz="2300" kern="0" dirty="0">
                    <a:solidFill>
                      <a:srgbClr val="000000"/>
                    </a:solidFill>
                  </a:rPr>
                  <a:t>Supongamos que a tiempo </a:t>
                </a:r>
                <a14:m>
                  <m:oMath xmlns:m="http://schemas.openxmlformats.org/officeDocument/2006/math">
                    <m:r>
                      <a:rPr lang="es-ES" altLang="en-US" sz="2300" i="1" kern="0" dirty="0">
                        <a:solidFill>
                          <a:srgbClr val="000000"/>
                        </a:solidFill>
                        <a:latin typeface="Cambria Math" panose="02040503050406030204" pitchFamily="18" charset="0"/>
                      </a:rPr>
                      <m:t>𝑡</m:t>
                    </m:r>
                  </m:oMath>
                </a14:m>
                <a:r>
                  <a:rPr lang="es-ES" altLang="en-US" sz="2300" kern="0" dirty="0">
                    <a:solidFill>
                      <a:srgbClr val="000000"/>
                    </a:solidFill>
                  </a:rPr>
                  <a:t> el precio de un activo es </a:t>
                </a:r>
                <a14:m>
                  <m:oMath xmlns:m="http://schemas.openxmlformats.org/officeDocument/2006/math">
                    <m:r>
                      <a:rPr lang="es-ES" altLang="en-US" sz="2300" i="1" kern="0" dirty="0">
                        <a:solidFill>
                          <a:srgbClr val="000000"/>
                        </a:solidFill>
                        <a:latin typeface="Cambria Math" panose="02040503050406030204" pitchFamily="18" charset="0"/>
                      </a:rPr>
                      <m:t>𝑆</m:t>
                    </m:r>
                    <m:r>
                      <a:rPr lang="es-ES" altLang="en-US" sz="2300" i="1" kern="0" dirty="0">
                        <a:solidFill>
                          <a:srgbClr val="000000"/>
                        </a:solidFill>
                        <a:latin typeface="Cambria Math" panose="02040503050406030204" pitchFamily="18" charset="0"/>
                      </a:rPr>
                      <m:t>(</m:t>
                    </m:r>
                    <m:r>
                      <a:rPr lang="es-ES" altLang="en-US" sz="2300" i="1" kern="0" dirty="0">
                        <a:solidFill>
                          <a:srgbClr val="000000"/>
                        </a:solidFill>
                        <a:latin typeface="Cambria Math" panose="02040503050406030204" pitchFamily="18" charset="0"/>
                      </a:rPr>
                      <m:t>𝑡</m:t>
                    </m:r>
                    <m:r>
                      <a:rPr lang="es-ES" altLang="en-US" sz="2300" i="1" kern="0" dirty="0">
                        <a:solidFill>
                          <a:srgbClr val="000000"/>
                        </a:solidFill>
                        <a:latin typeface="Cambria Math" panose="02040503050406030204" pitchFamily="18" charset="0"/>
                      </a:rPr>
                      <m:t>)</m:t>
                    </m:r>
                  </m:oMath>
                </a14:m>
                <a:r>
                  <a:rPr lang="es-ES" altLang="en-US" sz="2300" kern="0" dirty="0">
                    <a:solidFill>
                      <a:srgbClr val="000000"/>
                    </a:solidFill>
                  </a:rPr>
                  <a:t>,</a:t>
                </a:r>
              </a:p>
              <a:p>
                <a:pPr eaLnBrk="1" hangingPunct="1">
                  <a:buFontTx/>
                  <a:buNone/>
                </a:pPr>
                <a:r>
                  <a:rPr lang="es-ES" altLang="en-US" sz="2300" kern="0" dirty="0">
                    <a:solidFill>
                      <a:srgbClr val="000000"/>
                    </a:solidFill>
                  </a:rPr>
                  <a:t>consideremos un lapso </a:t>
                </a:r>
                <a14:m>
                  <m:oMath xmlns:m="http://schemas.openxmlformats.org/officeDocument/2006/math">
                    <m:r>
                      <a:rPr lang="es-ES" altLang="en-US" sz="2300" i="1" kern="0" dirty="0">
                        <a:solidFill>
                          <a:srgbClr val="000000"/>
                        </a:solidFill>
                        <a:latin typeface="Cambria Math" panose="02040503050406030204" pitchFamily="18" charset="0"/>
                      </a:rPr>
                      <m:t>𝑑𝑡</m:t>
                    </m:r>
                  </m:oMath>
                </a14:m>
                <a:r>
                  <a:rPr lang="es-ES" altLang="en-US" sz="2300" kern="0" dirty="0">
                    <a:solidFill>
                      <a:srgbClr val="000000"/>
                    </a:solidFill>
                  </a:rPr>
                  <a:t> en el que el precio varía a </a:t>
                </a:r>
                <a14:m>
                  <m:oMath xmlns:m="http://schemas.openxmlformats.org/officeDocument/2006/math">
                    <m:r>
                      <a:rPr lang="es-ES" altLang="en-US" sz="2300" i="1" kern="0" dirty="0">
                        <a:solidFill>
                          <a:srgbClr val="000000"/>
                        </a:solidFill>
                        <a:latin typeface="Cambria Math" panose="02040503050406030204" pitchFamily="18" charset="0"/>
                      </a:rPr>
                      <m:t>𝑆</m:t>
                    </m:r>
                    <m:r>
                      <a:rPr lang="es-ES" altLang="en-US" sz="2300" i="1" kern="0" dirty="0">
                        <a:solidFill>
                          <a:srgbClr val="000000"/>
                        </a:solidFill>
                        <a:latin typeface="Cambria Math" panose="02040503050406030204" pitchFamily="18" charset="0"/>
                      </a:rPr>
                      <m:t>(</m:t>
                    </m:r>
                    <m:r>
                      <a:rPr lang="es-ES" altLang="en-US" sz="2300" i="1" kern="0" dirty="0">
                        <a:solidFill>
                          <a:srgbClr val="000000"/>
                        </a:solidFill>
                        <a:latin typeface="Cambria Math" panose="02040503050406030204" pitchFamily="18" charset="0"/>
                      </a:rPr>
                      <m:t>𝑡</m:t>
                    </m:r>
                    <m:r>
                      <a:rPr lang="es-ES" altLang="en-US" sz="2300" i="1" kern="0" dirty="0">
                        <a:solidFill>
                          <a:srgbClr val="000000"/>
                        </a:solidFill>
                        <a:latin typeface="Cambria Math" panose="02040503050406030204" pitchFamily="18" charset="0"/>
                      </a:rPr>
                      <m:t>) + </m:t>
                    </m:r>
                    <m:r>
                      <a:rPr lang="es-ES" altLang="en-US" sz="2300" i="1" kern="0" dirty="0" err="1">
                        <a:solidFill>
                          <a:srgbClr val="000000"/>
                        </a:solidFill>
                        <a:latin typeface="Cambria Math" panose="02040503050406030204" pitchFamily="18" charset="0"/>
                      </a:rPr>
                      <m:t>𝑑𝑆</m:t>
                    </m:r>
                    <m:r>
                      <a:rPr lang="es-ES" altLang="en-US" sz="2300" i="1" kern="0" dirty="0">
                        <a:solidFill>
                          <a:srgbClr val="000000"/>
                        </a:solidFill>
                        <a:latin typeface="Cambria Math" panose="02040503050406030204" pitchFamily="18" charset="0"/>
                      </a:rPr>
                      <m:t>(</m:t>
                    </m:r>
                    <m:r>
                      <a:rPr lang="es-ES" altLang="en-US" sz="2300" i="1" kern="0" dirty="0">
                        <a:solidFill>
                          <a:srgbClr val="000000"/>
                        </a:solidFill>
                        <a:latin typeface="Cambria Math" panose="02040503050406030204" pitchFamily="18" charset="0"/>
                      </a:rPr>
                      <m:t>𝑡</m:t>
                    </m:r>
                    <m:r>
                      <a:rPr lang="es-ES" altLang="en-US" sz="2300" i="1" kern="0" dirty="0">
                        <a:solidFill>
                          <a:srgbClr val="000000"/>
                        </a:solidFill>
                        <a:latin typeface="Cambria Math" panose="02040503050406030204" pitchFamily="18" charset="0"/>
                      </a:rPr>
                      <m:t>)</m:t>
                    </m:r>
                  </m:oMath>
                </a14:m>
                <a:r>
                  <a:rPr lang="es-ES" altLang="en-US" sz="2300" kern="0" dirty="0">
                    <a:solidFill>
                      <a:srgbClr val="000000"/>
                    </a:solidFill>
                  </a:rPr>
                  <a:t>.</a:t>
                </a:r>
              </a:p>
              <a:p>
                <a:pPr eaLnBrk="1" hangingPunct="1">
                  <a:buFontTx/>
                  <a:buNone/>
                </a:pPr>
                <a:r>
                  <a:rPr lang="es-ES" altLang="en-US" sz="2300" b="1" kern="0" dirty="0">
                    <a:solidFill>
                      <a:srgbClr val="000000"/>
                    </a:solidFill>
                  </a:rPr>
                  <a:t>Definición</a:t>
                </a:r>
              </a:p>
              <a:p>
                <a:pPr eaLnBrk="1" hangingPunct="1">
                  <a:buFontTx/>
                  <a:buNone/>
                </a:pPr>
                <a:r>
                  <a:rPr lang="es-ES" altLang="en-US" sz="2300" kern="0" dirty="0">
                    <a:solidFill>
                      <a:srgbClr val="000000"/>
                    </a:solidFill>
                  </a:rPr>
                  <a:t>En una inversión </a:t>
                </a:r>
                <a14:m>
                  <m:oMath xmlns:m="http://schemas.openxmlformats.org/officeDocument/2006/math">
                    <m:r>
                      <a:rPr lang="es-ES" altLang="en-US" sz="2300" i="1" kern="0" dirty="0">
                        <a:solidFill>
                          <a:srgbClr val="000000"/>
                        </a:solidFill>
                        <a:latin typeface="Cambria Math" panose="02040503050406030204" pitchFamily="18" charset="0"/>
                      </a:rPr>
                      <m:t>𝑆</m:t>
                    </m:r>
                  </m:oMath>
                </a14:m>
                <a:r>
                  <a:rPr lang="es-ES" altLang="en-US" sz="2300" kern="0" dirty="0">
                    <a:solidFill>
                      <a:srgbClr val="000000"/>
                    </a:solidFill>
                  </a:rPr>
                  <a:t>, </a:t>
                </a:r>
                <a:r>
                  <a:rPr lang="es-ES" altLang="en-US" sz="2300" kern="0" dirty="0">
                    <a:solidFill>
                      <a:schemeClr val="tx1">
                        <a:lumMod val="60000"/>
                        <a:lumOff val="40000"/>
                      </a:schemeClr>
                    </a:solidFill>
                  </a:rPr>
                  <a:t>la tasa de retorno </a:t>
                </a:r>
                <a:r>
                  <a:rPr lang="es-ES" altLang="en-US" sz="2300" kern="0" dirty="0">
                    <a:solidFill>
                      <a:srgbClr val="000000"/>
                    </a:solidFill>
                  </a:rPr>
                  <a:t>sobre un período </a:t>
                </a:r>
                <a14:m>
                  <m:oMath xmlns:m="http://schemas.openxmlformats.org/officeDocument/2006/math">
                    <m:r>
                      <a:rPr lang="es-ES" altLang="en-US" sz="2300" i="1" kern="0" dirty="0">
                        <a:solidFill>
                          <a:srgbClr val="000000"/>
                        </a:solidFill>
                        <a:latin typeface="Cambria Math" panose="02040503050406030204" pitchFamily="18" charset="0"/>
                      </a:rPr>
                      <m:t>[</m:t>
                    </m:r>
                    <m:r>
                      <a:rPr lang="es-ES" altLang="en-US" sz="2300" i="1" kern="0" dirty="0">
                        <a:solidFill>
                          <a:srgbClr val="000000"/>
                        </a:solidFill>
                        <a:latin typeface="Cambria Math" panose="02040503050406030204" pitchFamily="18" charset="0"/>
                      </a:rPr>
                      <m:t>𝑡</m:t>
                    </m:r>
                    <m:r>
                      <a:rPr lang="es-AR" altLang="en-US" sz="2300" i="1" kern="0" dirty="0">
                        <a:solidFill>
                          <a:srgbClr val="000000"/>
                        </a:solidFill>
                        <a:latin typeface="Cambria Math" panose="02040503050406030204" pitchFamily="18" charset="0"/>
                      </a:rPr>
                      <m:t>,</m:t>
                    </m:r>
                    <m:r>
                      <a:rPr lang="es-ES" altLang="en-US" sz="2300" i="1" kern="0" dirty="0">
                        <a:solidFill>
                          <a:srgbClr val="000000"/>
                        </a:solidFill>
                        <a:latin typeface="Cambria Math" panose="02040503050406030204" pitchFamily="18" charset="0"/>
                      </a:rPr>
                      <m:t> </m:t>
                    </m:r>
                    <m:r>
                      <a:rPr lang="es-ES" altLang="en-US" sz="2300" i="1" kern="0" dirty="0">
                        <a:solidFill>
                          <a:srgbClr val="000000"/>
                        </a:solidFill>
                        <a:latin typeface="Cambria Math" panose="02040503050406030204" pitchFamily="18" charset="0"/>
                      </a:rPr>
                      <m:t>𝑡</m:t>
                    </m:r>
                    <m:r>
                      <a:rPr lang="es-ES" altLang="en-US" sz="2300" i="1" kern="0" dirty="0">
                        <a:solidFill>
                          <a:srgbClr val="000000"/>
                        </a:solidFill>
                        <a:latin typeface="Cambria Math" panose="02040503050406030204" pitchFamily="18" charset="0"/>
                      </a:rPr>
                      <m:t> +</m:t>
                    </m:r>
                    <m:r>
                      <a:rPr lang="es-ES" altLang="en-US" sz="2300" i="1" kern="0" dirty="0" err="1">
                        <a:solidFill>
                          <a:srgbClr val="000000"/>
                        </a:solidFill>
                        <a:latin typeface="Cambria Math" panose="02040503050406030204" pitchFamily="18" charset="0"/>
                      </a:rPr>
                      <m:t>𝑑𝑡</m:t>
                    </m:r>
                    <m:r>
                      <a:rPr lang="es-ES" altLang="en-US" sz="2300" i="1" kern="0" dirty="0">
                        <a:solidFill>
                          <a:srgbClr val="000000"/>
                        </a:solidFill>
                        <a:latin typeface="Cambria Math" panose="02040503050406030204" pitchFamily="18" charset="0"/>
                      </a:rPr>
                      <m:t>]</m:t>
                    </m:r>
                  </m:oMath>
                </a14:m>
                <a:endParaRPr lang="es-ES" altLang="en-US" sz="2300" kern="0" dirty="0">
                  <a:solidFill>
                    <a:srgbClr val="000000"/>
                  </a:solidFill>
                </a:endParaRPr>
              </a:p>
              <a:p>
                <a:pPr eaLnBrk="1" hangingPunct="1">
                  <a:buFontTx/>
                  <a:buNone/>
                </a:pPr>
                <a:r>
                  <a:rPr lang="es-ES" altLang="en-US" sz="2300" kern="0" dirty="0">
                    <a:solidFill>
                      <a:srgbClr val="000000"/>
                    </a:solidFill>
                  </a:rPr>
                  <a:t>se define como:</a:t>
                </a:r>
              </a:p>
              <a:p>
                <a:pPr eaLnBrk="1" hangingPunct="1">
                  <a:buFontTx/>
                  <a:buNone/>
                </a:pPr>
                <a14:m>
                  <m:oMathPara xmlns:m="http://schemas.openxmlformats.org/officeDocument/2006/math">
                    <m:oMathParaPr>
                      <m:jc m:val="centerGroup"/>
                    </m:oMathParaPr>
                    <m:oMath xmlns:m="http://schemas.openxmlformats.org/officeDocument/2006/math">
                      <m:r>
                        <a:rPr lang="es-ES" altLang="en-US" sz="2300" i="1" kern="0" dirty="0">
                          <a:solidFill>
                            <a:srgbClr val="000000"/>
                          </a:solidFill>
                          <a:latin typeface="Cambria Math" panose="02040503050406030204" pitchFamily="18" charset="0"/>
                        </a:rPr>
                        <m:t>𝑟𝑒𝑡</m:t>
                      </m:r>
                      <m:r>
                        <a:rPr lang="es-ES" altLang="en-US" sz="2300" i="1" kern="0" dirty="0">
                          <a:solidFill>
                            <a:srgbClr val="000000"/>
                          </a:solidFill>
                          <a:latin typeface="Cambria Math" panose="02040503050406030204" pitchFamily="18" charset="0"/>
                        </a:rPr>
                        <m:t> = </m:t>
                      </m:r>
                      <m:f>
                        <m:fPr>
                          <m:ctrlPr>
                            <a:rPr lang="es-ES" altLang="en-US" sz="2300" i="1" kern="0" dirty="0">
                              <a:solidFill>
                                <a:srgbClr val="000000"/>
                              </a:solidFill>
                              <a:latin typeface="Cambria Math" panose="02040503050406030204" pitchFamily="18" charset="0"/>
                            </a:rPr>
                          </m:ctrlPr>
                        </m:fPr>
                        <m:num>
                          <m:r>
                            <a:rPr lang="es-ES" altLang="en-US" sz="2300" i="1" kern="0" dirty="0">
                              <a:solidFill>
                                <a:srgbClr val="000000"/>
                              </a:solidFill>
                              <a:latin typeface="Cambria Math" panose="02040503050406030204" pitchFamily="18" charset="0"/>
                            </a:rPr>
                            <m:t>𝑆</m:t>
                          </m:r>
                          <m:r>
                            <a:rPr lang="es-ES" altLang="en-US" sz="2300" i="1" kern="0" dirty="0">
                              <a:solidFill>
                                <a:srgbClr val="000000"/>
                              </a:solidFill>
                              <a:latin typeface="Cambria Math" panose="02040503050406030204" pitchFamily="18" charset="0"/>
                            </a:rPr>
                            <m:t>(</m:t>
                          </m:r>
                          <m:r>
                            <a:rPr lang="es-ES" altLang="en-US" sz="2300" i="1" kern="0" dirty="0">
                              <a:solidFill>
                                <a:srgbClr val="000000"/>
                              </a:solidFill>
                              <a:latin typeface="Cambria Math" panose="02040503050406030204" pitchFamily="18" charset="0"/>
                            </a:rPr>
                            <m:t>𝑡</m:t>
                          </m:r>
                          <m:r>
                            <a:rPr lang="es-ES" altLang="en-US" sz="2300" i="1" kern="0" dirty="0">
                              <a:solidFill>
                                <a:srgbClr val="000000"/>
                              </a:solidFill>
                              <a:latin typeface="Cambria Math" panose="02040503050406030204" pitchFamily="18" charset="0"/>
                            </a:rPr>
                            <m:t> + </m:t>
                          </m:r>
                          <m:r>
                            <a:rPr lang="es-ES" altLang="en-US" sz="2300" i="1" kern="0" dirty="0">
                              <a:solidFill>
                                <a:srgbClr val="000000"/>
                              </a:solidFill>
                              <a:latin typeface="Cambria Math" panose="02040503050406030204" pitchFamily="18" charset="0"/>
                            </a:rPr>
                            <m:t>𝑑𝑡</m:t>
                          </m:r>
                          <m:r>
                            <a:rPr lang="es-ES" altLang="en-US" sz="2300" i="1" kern="0" dirty="0">
                              <a:solidFill>
                                <a:srgbClr val="000000"/>
                              </a:solidFill>
                              <a:latin typeface="Cambria Math" panose="02040503050406030204" pitchFamily="18" charset="0"/>
                            </a:rPr>
                            <m:t>)−</m:t>
                          </m:r>
                          <m:r>
                            <a:rPr lang="es-ES" altLang="en-US" sz="2300" i="1" kern="0" dirty="0">
                              <a:solidFill>
                                <a:srgbClr val="000000"/>
                              </a:solidFill>
                              <a:latin typeface="Cambria Math" panose="02040503050406030204" pitchFamily="18" charset="0"/>
                            </a:rPr>
                            <m:t>𝑆</m:t>
                          </m:r>
                          <m:r>
                            <a:rPr lang="es-ES" altLang="en-US" sz="2300" i="1" kern="0" dirty="0">
                              <a:solidFill>
                                <a:srgbClr val="000000"/>
                              </a:solidFill>
                              <a:latin typeface="Cambria Math" panose="02040503050406030204" pitchFamily="18" charset="0"/>
                            </a:rPr>
                            <m:t>(</m:t>
                          </m:r>
                          <m:r>
                            <a:rPr lang="es-ES" altLang="en-US" sz="2300" i="1" kern="0" dirty="0">
                              <a:solidFill>
                                <a:srgbClr val="000000"/>
                              </a:solidFill>
                              <a:latin typeface="Cambria Math" panose="02040503050406030204" pitchFamily="18" charset="0"/>
                            </a:rPr>
                            <m:t>𝑡</m:t>
                          </m:r>
                          <m:r>
                            <a:rPr lang="es-ES" altLang="en-US" sz="2300" i="1" kern="0" dirty="0">
                              <a:solidFill>
                                <a:srgbClr val="000000"/>
                              </a:solidFill>
                              <a:latin typeface="Cambria Math" panose="02040503050406030204" pitchFamily="18" charset="0"/>
                            </a:rPr>
                            <m:t>)</m:t>
                          </m:r>
                        </m:num>
                        <m:den>
                          <m:r>
                            <a:rPr lang="es-ES" altLang="en-US" sz="2300" i="1" kern="0" dirty="0">
                              <a:solidFill>
                                <a:srgbClr val="000000"/>
                              </a:solidFill>
                              <a:latin typeface="Cambria Math" panose="02040503050406030204" pitchFamily="18" charset="0"/>
                            </a:rPr>
                            <m:t>𝑆</m:t>
                          </m:r>
                          <m:r>
                            <a:rPr lang="es-ES" altLang="en-US" sz="2300" i="1" kern="0" dirty="0">
                              <a:solidFill>
                                <a:srgbClr val="000000"/>
                              </a:solidFill>
                              <a:latin typeface="Cambria Math" panose="02040503050406030204" pitchFamily="18" charset="0"/>
                            </a:rPr>
                            <m:t>(</m:t>
                          </m:r>
                          <m:r>
                            <a:rPr lang="es-ES" altLang="en-US" sz="2300" i="1" kern="0" dirty="0">
                              <a:solidFill>
                                <a:srgbClr val="000000"/>
                              </a:solidFill>
                              <a:latin typeface="Cambria Math" panose="02040503050406030204" pitchFamily="18" charset="0"/>
                            </a:rPr>
                            <m:t>𝑡</m:t>
                          </m:r>
                          <m:r>
                            <a:rPr lang="es-ES" altLang="en-US" sz="2300" i="1" kern="0" dirty="0">
                              <a:solidFill>
                                <a:srgbClr val="000000"/>
                              </a:solidFill>
                              <a:latin typeface="Cambria Math" panose="02040503050406030204" pitchFamily="18" charset="0"/>
                            </a:rPr>
                            <m:t>)</m:t>
                          </m:r>
                          <m:r>
                            <m:rPr>
                              <m:nor/>
                            </m:rPr>
                            <a:rPr lang="es-AR" altLang="en-US" sz="2300" kern="0" dirty="0">
                              <a:solidFill>
                                <a:srgbClr val="000000"/>
                              </a:solidFill>
                            </a:rPr>
                            <m:t> </m:t>
                          </m:r>
                        </m:den>
                      </m:f>
                      <m:r>
                        <a:rPr lang="es-ES" altLang="en-US" sz="2300" i="1" kern="0" dirty="0">
                          <a:solidFill>
                            <a:srgbClr val="000000"/>
                          </a:solidFill>
                          <a:latin typeface="Cambria Math" panose="02040503050406030204" pitchFamily="18" charset="0"/>
                        </a:rPr>
                        <m:t>=</m:t>
                      </m:r>
                      <m:f>
                        <m:fPr>
                          <m:ctrlPr>
                            <a:rPr lang="es-ES" altLang="en-US" sz="2300" i="1" kern="0" dirty="0">
                              <a:solidFill>
                                <a:srgbClr val="000000"/>
                              </a:solidFill>
                              <a:latin typeface="Cambria Math" panose="02040503050406030204" pitchFamily="18" charset="0"/>
                            </a:rPr>
                          </m:ctrlPr>
                        </m:fPr>
                        <m:num>
                          <m:r>
                            <a:rPr lang="es-ES" altLang="en-US" sz="2300" i="1" kern="0" dirty="0">
                              <a:solidFill>
                                <a:srgbClr val="000000"/>
                              </a:solidFill>
                              <a:latin typeface="Cambria Math" panose="02040503050406030204" pitchFamily="18" charset="0"/>
                            </a:rPr>
                            <m:t>𝑑𝑆</m:t>
                          </m:r>
                          <m:r>
                            <a:rPr lang="es-ES" altLang="en-US" sz="2300" i="1" kern="0" dirty="0">
                              <a:solidFill>
                                <a:srgbClr val="000000"/>
                              </a:solidFill>
                              <a:latin typeface="Cambria Math" panose="02040503050406030204" pitchFamily="18" charset="0"/>
                            </a:rPr>
                            <m:t>(</m:t>
                          </m:r>
                          <m:r>
                            <a:rPr lang="es-ES" altLang="en-US" sz="2300" i="1" kern="0" dirty="0">
                              <a:solidFill>
                                <a:srgbClr val="000000"/>
                              </a:solidFill>
                              <a:latin typeface="Cambria Math" panose="02040503050406030204" pitchFamily="18" charset="0"/>
                            </a:rPr>
                            <m:t>𝑡</m:t>
                          </m:r>
                          <m:r>
                            <a:rPr lang="es-ES" altLang="en-US" sz="2300" i="1" kern="0" dirty="0">
                              <a:solidFill>
                                <a:srgbClr val="000000"/>
                              </a:solidFill>
                              <a:latin typeface="Cambria Math" panose="02040503050406030204" pitchFamily="18" charset="0"/>
                            </a:rPr>
                            <m:t>)</m:t>
                          </m:r>
                        </m:num>
                        <m:den>
                          <m:r>
                            <a:rPr lang="es-ES" altLang="en-US" sz="2300" i="1" kern="0" dirty="0">
                              <a:solidFill>
                                <a:srgbClr val="000000"/>
                              </a:solidFill>
                              <a:latin typeface="Cambria Math" panose="02040503050406030204" pitchFamily="18" charset="0"/>
                            </a:rPr>
                            <m:t>𝑆</m:t>
                          </m:r>
                          <m:r>
                            <a:rPr lang="es-ES" altLang="en-US" sz="2300" i="1" kern="0" dirty="0">
                              <a:solidFill>
                                <a:srgbClr val="000000"/>
                              </a:solidFill>
                              <a:latin typeface="Cambria Math" panose="02040503050406030204" pitchFamily="18" charset="0"/>
                            </a:rPr>
                            <m:t>(</m:t>
                          </m:r>
                          <m:r>
                            <a:rPr lang="es-ES" altLang="en-US" sz="2300" i="1" kern="0" dirty="0">
                              <a:solidFill>
                                <a:srgbClr val="000000"/>
                              </a:solidFill>
                              <a:latin typeface="Cambria Math" panose="02040503050406030204" pitchFamily="18" charset="0"/>
                            </a:rPr>
                            <m:t>𝑡</m:t>
                          </m:r>
                          <m:r>
                            <a:rPr lang="es-ES" altLang="en-US" sz="2300" i="1" kern="0" dirty="0">
                              <a:solidFill>
                                <a:srgbClr val="000000"/>
                              </a:solidFill>
                              <a:latin typeface="Cambria Math" panose="02040503050406030204" pitchFamily="18" charset="0"/>
                            </a:rPr>
                            <m:t>)</m:t>
                          </m:r>
                        </m:den>
                      </m:f>
                    </m:oMath>
                  </m:oMathPara>
                </a14:m>
                <a:endParaRPr lang="es-AR" altLang="en-US" sz="2300" kern="0" dirty="0">
                  <a:solidFill>
                    <a:srgbClr val="000000"/>
                  </a:solidFill>
                </a:endParaRPr>
              </a:p>
            </p:txBody>
          </p:sp>
        </mc:Choice>
        <mc:Fallback xmlns="">
          <p:sp>
            <p:nvSpPr>
              <p:cNvPr id="5" name="Rectangle 3">
                <a:extLst>
                  <a:ext uri="{FF2B5EF4-FFF2-40B4-BE49-F238E27FC236}">
                    <a16:creationId xmlns:a16="http://schemas.microsoft.com/office/drawing/2014/main" id="{783F8FDA-144E-4BCA-A2A8-81771A52A97F}"/>
                  </a:ext>
                </a:extLst>
              </p:cNvPr>
              <p:cNvSpPr txBox="1">
                <a:spLocks noRot="1" noChangeAspect="1" noMove="1" noResize="1" noEditPoints="1" noAdjustHandles="1" noChangeArrowheads="1" noChangeShapeType="1" noTextEdit="1"/>
              </p:cNvSpPr>
              <p:nvPr/>
            </p:nvSpPr>
            <p:spPr bwMode="auto">
              <a:xfrm>
                <a:off x="1847850" y="1125538"/>
                <a:ext cx="8458200" cy="5257800"/>
              </a:xfrm>
              <a:prstGeom prst="rect">
                <a:avLst/>
              </a:prstGeom>
              <a:blipFill>
                <a:blip r:embed="rId2"/>
                <a:stretch>
                  <a:fillRect l="-100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565886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A9C4E8-581A-4E73-B27B-71D0BD093319}"/>
              </a:ext>
            </a:extLst>
          </p:cNvPr>
          <p:cNvSpPr>
            <a:spLocks noGrp="1"/>
          </p:cNvSpPr>
          <p:nvPr>
            <p:ph type="sldNum" sz="quarter" idx="10"/>
          </p:nvPr>
        </p:nvSpPr>
        <p:spPr/>
        <p:txBody>
          <a:bodyPr/>
          <a:lstStyle/>
          <a:p>
            <a:pPr>
              <a:defRPr/>
            </a:pPr>
            <a:fld id="{095C3A6C-2EF2-4429-8171-61B701167257}" type="slidenum">
              <a:rPr lang="en-US" altLang="en-US" smtClean="0"/>
              <a:pPr>
                <a:defRPr/>
              </a:pPr>
              <a:t>4</a:t>
            </a:fld>
            <a:endParaRPr lang="en-US" altLang="en-US"/>
          </a:p>
        </p:txBody>
      </p:sp>
      <p:sp>
        <p:nvSpPr>
          <p:cNvPr id="3" name="Rectangle 2">
            <a:extLst>
              <a:ext uri="{FF2B5EF4-FFF2-40B4-BE49-F238E27FC236}">
                <a16:creationId xmlns:a16="http://schemas.microsoft.com/office/drawing/2014/main" id="{2C5010B1-A23D-46C3-A2F0-4934E81DD0DA}"/>
              </a:ext>
            </a:extLst>
          </p:cNvPr>
          <p:cNvSpPr txBox="1">
            <a:spLocks noChangeArrowheads="1"/>
          </p:cNvSpPr>
          <p:nvPr/>
        </p:nvSpPr>
        <p:spPr bwMode="auto">
          <a:xfrm>
            <a:off x="2438401" y="0"/>
            <a:ext cx="7381875"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ctr" anchorCtr="0" compatLnSpc="1">
            <a:prstTxWarp prst="textNoShape">
              <a:avLst/>
            </a:prstTxWarp>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defTabSz="4572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200" kern="0" dirty="0">
                <a:solidFill>
                  <a:srgbClr val="000000"/>
                </a:solidFill>
              </a:rPr>
              <a:t>Un </a:t>
            </a:r>
            <a:r>
              <a:rPr lang="en-GB" altLang="en-US" sz="3200" kern="0" dirty="0" err="1">
                <a:solidFill>
                  <a:srgbClr val="000000"/>
                </a:solidFill>
              </a:rPr>
              <a:t>modelo</a:t>
            </a:r>
            <a:r>
              <a:rPr lang="en-GB" altLang="en-US" sz="3200" kern="0" dirty="0">
                <a:solidFill>
                  <a:srgbClr val="000000"/>
                </a:solidFill>
              </a:rPr>
              <a:t> de </a:t>
            </a:r>
            <a:r>
              <a:rPr lang="en-GB" altLang="en-US" sz="3200" kern="0" dirty="0" err="1">
                <a:solidFill>
                  <a:srgbClr val="000000"/>
                </a:solidFill>
              </a:rPr>
              <a:t>dinámica</a:t>
            </a:r>
            <a:r>
              <a:rPr lang="en-GB" altLang="en-US" sz="3200" kern="0" dirty="0">
                <a:solidFill>
                  <a:srgbClr val="000000"/>
                </a:solidFill>
              </a:rPr>
              <a:t> continua (2/2)</a:t>
            </a:r>
          </a:p>
        </p:txBody>
      </p:sp>
      <mc:AlternateContent xmlns:mc="http://schemas.openxmlformats.org/markup-compatibility/2006" xmlns:a14="http://schemas.microsoft.com/office/drawing/2010/main">
        <mc:Choice Requires="a14">
          <p:sp>
            <p:nvSpPr>
              <p:cNvPr id="5" name="Rectangle 3">
                <a:extLst>
                  <a:ext uri="{FF2B5EF4-FFF2-40B4-BE49-F238E27FC236}">
                    <a16:creationId xmlns:a16="http://schemas.microsoft.com/office/drawing/2014/main" id="{783F8FDA-144E-4BCA-A2A8-81771A52A97F}"/>
                  </a:ext>
                </a:extLst>
              </p:cNvPr>
              <p:cNvSpPr txBox="1">
                <a:spLocks noChangeArrowheads="1"/>
              </p:cNvSpPr>
              <p:nvPr/>
            </p:nvSpPr>
            <p:spPr bwMode="auto">
              <a:xfrm>
                <a:off x="1847850" y="1125538"/>
                <a:ext cx="8458200" cy="52578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Char char="•"/>
                  <a:defRPr sz="3200">
                    <a:solidFill>
                      <a:srgbClr val="4D4D4D"/>
                    </a:solidFill>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Wingdings" panose="05000000000000000000" pitchFamily="2" charset="2"/>
                  <a:buChar char="Ø"/>
                  <a:defRPr sz="2800">
                    <a:solidFill>
                      <a:srgbClr val="4D4D4D"/>
                    </a:solidFill>
                    <a:latin typeface="+mn-lt"/>
                  </a:defRPr>
                </a:lvl2pPr>
                <a:lvl3pPr marL="1085850" indent="-228600" algn="l" rtl="0" eaLnBrk="0" fontAlgn="base" hangingPunct="0">
                  <a:spcBef>
                    <a:spcPct val="20000"/>
                  </a:spcBef>
                  <a:spcAft>
                    <a:spcPct val="0"/>
                  </a:spcAft>
                  <a:buClr>
                    <a:schemeClr val="folHlink"/>
                  </a:buClr>
                  <a:buSzPct val="75000"/>
                  <a:buFont typeface="Wingdings" panose="05000000000000000000" pitchFamily="2" charset="2"/>
                  <a:buChar char="w"/>
                  <a:defRPr sz="2400">
                    <a:solidFill>
                      <a:srgbClr val="4D4D4D"/>
                    </a:solidFill>
                    <a:latin typeface="+mn-lt"/>
                  </a:defRPr>
                </a:lvl3pPr>
                <a:lvl4pPr marL="1428750" indent="-228600" algn="l" rtl="0" eaLnBrk="0" fontAlgn="base" hangingPunct="0">
                  <a:spcBef>
                    <a:spcPct val="20000"/>
                  </a:spcBef>
                  <a:spcAft>
                    <a:spcPct val="0"/>
                  </a:spcAft>
                  <a:buClr>
                    <a:schemeClr val="folHlink"/>
                  </a:buClr>
                  <a:buSzPct val="75000"/>
                  <a:buFont typeface="Wingdings" panose="05000000000000000000" pitchFamily="2" charset="2"/>
                  <a:buChar char="§"/>
                  <a:defRPr sz="2000">
                    <a:solidFill>
                      <a:srgbClr val="4D4D4D"/>
                    </a:solidFill>
                    <a:latin typeface="+mn-lt"/>
                  </a:defRPr>
                </a:lvl4pPr>
                <a:lvl5pPr marL="1771650" indent="-228600" algn="l" rtl="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mn-lt"/>
                  </a:defRPr>
                </a:lvl5pPr>
                <a:lvl6pPr marL="22288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6pPr>
                <a:lvl7pPr marL="26860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7pPr>
                <a:lvl8pPr marL="31432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8pPr>
                <a:lvl9pPr marL="36004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9pPr>
              </a:lstStyle>
              <a:p>
                <a:pPr eaLnBrk="1" hangingPunct="1"/>
                <a:endParaRPr lang="es-AR" altLang="en-US" sz="400" kern="0" dirty="0"/>
              </a:p>
              <a:p>
                <a:pPr marL="0" indent="0" eaLnBrk="1" hangingPunct="1">
                  <a:buNone/>
                </a:pPr>
                <a:r>
                  <a:rPr lang="es-ES" altLang="en-US" sz="2300" kern="0" dirty="0">
                    <a:solidFill>
                      <a:srgbClr val="000000"/>
                    </a:solidFill>
                  </a:rPr>
                  <a:t>Ahora surge la pregunta: ¿Cómo se puede modelar el retorno?:</a:t>
                </a:r>
              </a:p>
              <a:p>
                <a:pPr marL="0" indent="0" eaLnBrk="1" hangingPunct="1">
                  <a:buNone/>
                </a:pPr>
                <a:r>
                  <a:rPr lang="es-ES" altLang="en-US" sz="2300" kern="0" dirty="0">
                    <a:solidFill>
                      <a:srgbClr val="000000"/>
                    </a:solidFill>
                  </a:rPr>
                  <a:t>Gran problema de finanzas! Consenso:</a:t>
                </a:r>
              </a:p>
              <a:p>
                <a:pPr marL="0" indent="0" eaLnBrk="1" hangingPunct="1">
                  <a:buNone/>
                </a:pPr>
                <a:endParaRPr lang="es-ES" altLang="en-US" sz="2300" kern="0" dirty="0">
                  <a:solidFill>
                    <a:srgbClr val="000000"/>
                  </a:solidFill>
                </a:endParaRPr>
              </a:p>
              <a:p>
                <a:pPr eaLnBrk="1" hangingPunct="1"/>
                <a:r>
                  <a:rPr lang="es-ES" altLang="en-US" sz="2300" kern="0" dirty="0">
                    <a:solidFill>
                      <a:srgbClr val="000000"/>
                    </a:solidFill>
                  </a:rPr>
                  <a:t>Una parte </a:t>
                </a:r>
                <a:r>
                  <a:rPr lang="es-ES" altLang="en-US" sz="2300" b="1" kern="0" dirty="0">
                    <a:solidFill>
                      <a:schemeClr val="tx1">
                        <a:lumMod val="60000"/>
                        <a:lumOff val="40000"/>
                      </a:schemeClr>
                    </a:solidFill>
                  </a:rPr>
                  <a:t>determinística</a:t>
                </a:r>
                <a:r>
                  <a:rPr lang="es-ES" altLang="en-US" sz="2300" kern="0" dirty="0">
                    <a:solidFill>
                      <a:srgbClr val="000000"/>
                    </a:solidFill>
                  </a:rPr>
                  <a:t>, que da una contribución de </a:t>
                </a:r>
                <a14:m>
                  <m:oMath xmlns:m="http://schemas.openxmlformats.org/officeDocument/2006/math">
                    <m:r>
                      <a:rPr lang="es-AR" altLang="en-US" sz="2300" i="1" kern="0" dirty="0">
                        <a:solidFill>
                          <a:srgbClr val="000000"/>
                        </a:solidFill>
                        <a:latin typeface="Cambria Math" panose="02040503050406030204" pitchFamily="18" charset="0"/>
                      </a:rPr>
                      <m:t>𝜇</m:t>
                    </m:r>
                    <m:r>
                      <a:rPr lang="es-ES" altLang="en-US" sz="2300" i="1" kern="0" dirty="0">
                        <a:solidFill>
                          <a:srgbClr val="000000"/>
                        </a:solidFill>
                        <a:latin typeface="Cambria Math" panose="02040503050406030204" pitchFamily="18" charset="0"/>
                      </a:rPr>
                      <m:t>𝑑𝑡</m:t>
                    </m:r>
                  </m:oMath>
                </a14:m>
                <a:endParaRPr lang="es-ES" altLang="en-US" sz="2300" kern="0" dirty="0">
                  <a:solidFill>
                    <a:srgbClr val="000000"/>
                  </a:solidFill>
                </a:endParaRPr>
              </a:p>
              <a:p>
                <a:pPr eaLnBrk="1" hangingPunct="1"/>
                <a:r>
                  <a:rPr lang="es-ES" altLang="en-US" sz="2300" kern="0" dirty="0">
                    <a:solidFill>
                      <a:srgbClr val="000000"/>
                    </a:solidFill>
                  </a:rPr>
                  <a:t>Una parte </a:t>
                </a:r>
                <a:r>
                  <a:rPr lang="es-ES" altLang="en-US" sz="2300" b="1" kern="0" dirty="0">
                    <a:solidFill>
                      <a:schemeClr val="tx1">
                        <a:lumMod val="60000"/>
                        <a:lumOff val="40000"/>
                      </a:schemeClr>
                    </a:solidFill>
                  </a:rPr>
                  <a:t>estocástica</a:t>
                </a:r>
                <a:r>
                  <a:rPr lang="es-ES" altLang="en-US" sz="2300" kern="0" dirty="0">
                    <a:solidFill>
                      <a:srgbClr val="000000"/>
                    </a:solidFill>
                  </a:rPr>
                  <a:t>. Cambios aleatorios del activo, factores externos, noticias inesperadas: </a:t>
                </a:r>
                <a14:m>
                  <m:oMath xmlns:m="http://schemas.openxmlformats.org/officeDocument/2006/math">
                    <m:r>
                      <a:rPr lang="es-AR" altLang="en-US" sz="2300" i="1" kern="0">
                        <a:solidFill>
                          <a:srgbClr val="000000"/>
                        </a:solidFill>
                        <a:latin typeface="Cambria Math" panose="02040503050406030204" pitchFamily="18" charset="0"/>
                      </a:rPr>
                      <m:t>𝜎</m:t>
                    </m:r>
                    <m:r>
                      <m:rPr>
                        <m:sty m:val="p"/>
                      </m:rPr>
                      <a:rPr lang="es-AR" altLang="en-US" sz="2300" kern="0">
                        <a:solidFill>
                          <a:srgbClr val="000000"/>
                        </a:solidFill>
                        <a:latin typeface="Cambria Math" panose="02040503050406030204" pitchFamily="18" charset="0"/>
                      </a:rPr>
                      <m:t>Φ</m:t>
                    </m:r>
                  </m:oMath>
                </a14:m>
                <a:r>
                  <a:rPr lang="es-ES" altLang="en-US" sz="2300" kern="0" dirty="0">
                    <a:solidFill>
                      <a:srgbClr val="000000"/>
                    </a:solidFill>
                  </a:rPr>
                  <a:t>, con </a:t>
                </a:r>
                <a14:m>
                  <m:oMath xmlns:m="http://schemas.openxmlformats.org/officeDocument/2006/math">
                    <m:r>
                      <m:rPr>
                        <m:sty m:val="p"/>
                      </m:rPr>
                      <a:rPr lang="es-AR" altLang="en-US" sz="2300" kern="0">
                        <a:solidFill>
                          <a:srgbClr val="000000"/>
                        </a:solidFill>
                        <a:latin typeface="Cambria Math" panose="02040503050406030204" pitchFamily="18" charset="0"/>
                      </a:rPr>
                      <m:t>Φ</m:t>
                    </m:r>
                  </m:oMath>
                </a14:m>
                <a:r>
                  <a:rPr lang="es-ES" altLang="en-US" sz="2300" kern="0" dirty="0">
                    <a:solidFill>
                      <a:srgbClr val="000000"/>
                    </a:solidFill>
                  </a:rPr>
                  <a:t> con distribución normal</a:t>
                </a:r>
              </a:p>
              <a:p>
                <a:pPr marL="0" indent="0" eaLnBrk="1" hangingPunct="1">
                  <a:buNone/>
                </a:pPr>
                <a:endParaRPr lang="es-ES" altLang="en-US" sz="2300" kern="0" dirty="0">
                  <a:solidFill>
                    <a:srgbClr val="000000"/>
                  </a:solidFill>
                </a:endParaRPr>
              </a:p>
              <a:p>
                <a:pPr marL="0" indent="0" eaLnBrk="1" hangingPunct="1">
                  <a:buNone/>
                </a:pPr>
                <a:r>
                  <a:rPr lang="es-ES" altLang="en-US" sz="2300" kern="0" dirty="0">
                    <a:solidFill>
                      <a:srgbClr val="000000"/>
                    </a:solidFill>
                  </a:rPr>
                  <a:t>¿Por qué usaremos este modelo? – Standard de la industria</a:t>
                </a:r>
              </a:p>
              <a:p>
                <a:pPr marL="0" indent="0" eaLnBrk="1" hangingPunct="1">
                  <a:buNone/>
                </a:pPr>
                <a:endParaRPr lang="es-ES" altLang="en-US" sz="2300" kern="0" dirty="0">
                  <a:solidFill>
                    <a:srgbClr val="000000"/>
                  </a:solidFill>
                </a:endParaRPr>
              </a:p>
              <a:p>
                <a:pPr marL="0" indent="0" eaLnBrk="1" hangingPunct="1">
                  <a:buNone/>
                </a:pPr>
                <a:r>
                  <a:rPr lang="es-ES" altLang="en-US" sz="2300" kern="0" dirty="0">
                    <a:solidFill>
                      <a:srgbClr val="000000"/>
                    </a:solidFill>
                  </a:rPr>
                  <a:t>Basta ver series históricas de precios de acciones para convencernos de que tiene sentido tomar este modelo</a:t>
                </a:r>
              </a:p>
              <a:p>
                <a:pPr marL="0" indent="0" eaLnBrk="1" hangingPunct="1">
                  <a:buNone/>
                </a:pPr>
                <a:endParaRPr lang="es-ES" altLang="en-US" sz="2300" kern="0" dirty="0">
                  <a:solidFill>
                    <a:srgbClr val="000000"/>
                  </a:solidFill>
                </a:endParaRPr>
              </a:p>
            </p:txBody>
          </p:sp>
        </mc:Choice>
        <mc:Fallback xmlns="">
          <p:sp>
            <p:nvSpPr>
              <p:cNvPr id="5" name="Rectangle 3">
                <a:extLst>
                  <a:ext uri="{FF2B5EF4-FFF2-40B4-BE49-F238E27FC236}">
                    <a16:creationId xmlns:a16="http://schemas.microsoft.com/office/drawing/2014/main" id="{783F8FDA-144E-4BCA-A2A8-81771A52A97F}"/>
                  </a:ext>
                </a:extLst>
              </p:cNvPr>
              <p:cNvSpPr txBox="1">
                <a:spLocks noRot="1" noChangeAspect="1" noMove="1" noResize="1" noEditPoints="1" noAdjustHandles="1" noChangeArrowheads="1" noChangeShapeType="1" noTextEdit="1"/>
              </p:cNvSpPr>
              <p:nvPr/>
            </p:nvSpPr>
            <p:spPr bwMode="auto">
              <a:xfrm>
                <a:off x="1847850" y="1125538"/>
                <a:ext cx="8458200" cy="5257800"/>
              </a:xfrm>
              <a:prstGeom prst="rect">
                <a:avLst/>
              </a:prstGeom>
              <a:blipFill>
                <a:blip r:embed="rId2"/>
                <a:stretch>
                  <a:fillRect l="-1081" r="-64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2641980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A9C4E8-581A-4E73-B27B-71D0BD093319}"/>
              </a:ext>
            </a:extLst>
          </p:cNvPr>
          <p:cNvSpPr>
            <a:spLocks noGrp="1"/>
          </p:cNvSpPr>
          <p:nvPr>
            <p:ph type="sldNum" sz="quarter" idx="10"/>
          </p:nvPr>
        </p:nvSpPr>
        <p:spPr/>
        <p:txBody>
          <a:bodyPr/>
          <a:lstStyle/>
          <a:p>
            <a:pPr>
              <a:defRPr/>
            </a:pPr>
            <a:fld id="{095C3A6C-2EF2-4429-8171-61B701167257}" type="slidenum">
              <a:rPr lang="en-US" altLang="en-US" smtClean="0"/>
              <a:pPr>
                <a:defRPr/>
              </a:pPr>
              <a:t>5</a:t>
            </a:fld>
            <a:endParaRPr lang="en-US" altLang="en-US"/>
          </a:p>
        </p:txBody>
      </p:sp>
      <p:pic>
        <p:nvPicPr>
          <p:cNvPr id="4" name="Picture 3">
            <a:extLst>
              <a:ext uri="{FF2B5EF4-FFF2-40B4-BE49-F238E27FC236}">
                <a16:creationId xmlns:a16="http://schemas.microsoft.com/office/drawing/2014/main" id="{2632B447-13A7-4C2C-BD79-5037DCE346F2}"/>
              </a:ext>
            </a:extLst>
          </p:cNvPr>
          <p:cNvPicPr>
            <a:picLocks noChangeAspect="1"/>
          </p:cNvPicPr>
          <p:nvPr/>
        </p:nvPicPr>
        <p:blipFill>
          <a:blip r:embed="rId2"/>
          <a:stretch>
            <a:fillRect/>
          </a:stretch>
        </p:blipFill>
        <p:spPr>
          <a:xfrm>
            <a:off x="1335310" y="0"/>
            <a:ext cx="9521380" cy="6858000"/>
          </a:xfrm>
          <a:prstGeom prst="rect">
            <a:avLst/>
          </a:prstGeom>
        </p:spPr>
      </p:pic>
    </p:spTree>
    <p:extLst>
      <p:ext uri="{BB962C8B-B14F-4D97-AF65-F5344CB8AC3E}">
        <p14:creationId xmlns:p14="http://schemas.microsoft.com/office/powerpoint/2010/main" val="2862659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A9C4E8-581A-4E73-B27B-71D0BD093319}"/>
              </a:ext>
            </a:extLst>
          </p:cNvPr>
          <p:cNvSpPr>
            <a:spLocks noGrp="1"/>
          </p:cNvSpPr>
          <p:nvPr>
            <p:ph type="sldNum" sz="quarter" idx="10"/>
          </p:nvPr>
        </p:nvSpPr>
        <p:spPr/>
        <p:txBody>
          <a:bodyPr/>
          <a:lstStyle/>
          <a:p>
            <a:pPr>
              <a:defRPr/>
            </a:pPr>
            <a:fld id="{095C3A6C-2EF2-4429-8171-61B701167257}" type="slidenum">
              <a:rPr lang="en-US" altLang="en-US" smtClean="0"/>
              <a:pPr>
                <a:defRPr/>
              </a:pPr>
              <a:t>6</a:t>
            </a:fld>
            <a:endParaRPr lang="en-US" altLang="en-US"/>
          </a:p>
        </p:txBody>
      </p:sp>
      <p:sp>
        <p:nvSpPr>
          <p:cNvPr id="3" name="Rectangle 2">
            <a:extLst>
              <a:ext uri="{FF2B5EF4-FFF2-40B4-BE49-F238E27FC236}">
                <a16:creationId xmlns:a16="http://schemas.microsoft.com/office/drawing/2014/main" id="{2C5010B1-A23D-46C3-A2F0-4934E81DD0DA}"/>
              </a:ext>
            </a:extLst>
          </p:cNvPr>
          <p:cNvSpPr txBox="1">
            <a:spLocks noChangeArrowheads="1"/>
          </p:cNvSpPr>
          <p:nvPr/>
        </p:nvSpPr>
        <p:spPr bwMode="auto">
          <a:xfrm>
            <a:off x="2438401" y="0"/>
            <a:ext cx="7381875"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ctr" anchorCtr="0" compatLnSpc="1">
            <a:prstTxWarp prst="textNoShape">
              <a:avLst/>
            </a:prstTxWarp>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defTabSz="4572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200" kern="0" dirty="0" err="1">
                <a:solidFill>
                  <a:srgbClr val="000000"/>
                </a:solidFill>
              </a:rPr>
              <a:t>Movimiento</a:t>
            </a:r>
            <a:r>
              <a:rPr lang="en-GB" altLang="en-US" sz="3200" kern="0" dirty="0">
                <a:solidFill>
                  <a:srgbClr val="000000"/>
                </a:solidFill>
              </a:rPr>
              <a:t> </a:t>
            </a:r>
            <a:r>
              <a:rPr lang="en-GB" altLang="en-US" sz="3200" kern="0" dirty="0" err="1">
                <a:solidFill>
                  <a:srgbClr val="000000"/>
                </a:solidFill>
              </a:rPr>
              <a:t>Browniano</a:t>
            </a:r>
            <a:endParaRPr lang="en-GB" altLang="en-US" sz="3200" kern="0" dirty="0">
              <a:solidFill>
                <a:srgbClr val="000000"/>
              </a:solidFill>
            </a:endParaRPr>
          </a:p>
        </p:txBody>
      </p:sp>
      <mc:AlternateContent xmlns:mc="http://schemas.openxmlformats.org/markup-compatibility/2006" xmlns:a14="http://schemas.microsoft.com/office/drawing/2010/main">
        <mc:Choice Requires="a14">
          <p:sp>
            <p:nvSpPr>
              <p:cNvPr id="5" name="Rectangle 3">
                <a:extLst>
                  <a:ext uri="{FF2B5EF4-FFF2-40B4-BE49-F238E27FC236}">
                    <a16:creationId xmlns:a16="http://schemas.microsoft.com/office/drawing/2014/main" id="{783F8FDA-144E-4BCA-A2A8-81771A52A97F}"/>
                  </a:ext>
                </a:extLst>
              </p:cNvPr>
              <p:cNvSpPr txBox="1">
                <a:spLocks noChangeArrowheads="1"/>
              </p:cNvSpPr>
              <p:nvPr/>
            </p:nvSpPr>
            <p:spPr bwMode="auto">
              <a:xfrm>
                <a:off x="1847850" y="1125538"/>
                <a:ext cx="8458200" cy="52578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Char char="•"/>
                  <a:defRPr sz="3200">
                    <a:solidFill>
                      <a:srgbClr val="4D4D4D"/>
                    </a:solidFill>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Wingdings" panose="05000000000000000000" pitchFamily="2" charset="2"/>
                  <a:buChar char="Ø"/>
                  <a:defRPr sz="2800">
                    <a:solidFill>
                      <a:srgbClr val="4D4D4D"/>
                    </a:solidFill>
                    <a:latin typeface="+mn-lt"/>
                  </a:defRPr>
                </a:lvl2pPr>
                <a:lvl3pPr marL="1085850" indent="-228600" algn="l" rtl="0" eaLnBrk="0" fontAlgn="base" hangingPunct="0">
                  <a:spcBef>
                    <a:spcPct val="20000"/>
                  </a:spcBef>
                  <a:spcAft>
                    <a:spcPct val="0"/>
                  </a:spcAft>
                  <a:buClr>
                    <a:schemeClr val="folHlink"/>
                  </a:buClr>
                  <a:buSzPct val="75000"/>
                  <a:buFont typeface="Wingdings" panose="05000000000000000000" pitchFamily="2" charset="2"/>
                  <a:buChar char="w"/>
                  <a:defRPr sz="2400">
                    <a:solidFill>
                      <a:srgbClr val="4D4D4D"/>
                    </a:solidFill>
                    <a:latin typeface="+mn-lt"/>
                  </a:defRPr>
                </a:lvl3pPr>
                <a:lvl4pPr marL="1428750" indent="-228600" algn="l" rtl="0" eaLnBrk="0" fontAlgn="base" hangingPunct="0">
                  <a:spcBef>
                    <a:spcPct val="20000"/>
                  </a:spcBef>
                  <a:spcAft>
                    <a:spcPct val="0"/>
                  </a:spcAft>
                  <a:buClr>
                    <a:schemeClr val="folHlink"/>
                  </a:buClr>
                  <a:buSzPct val="75000"/>
                  <a:buFont typeface="Wingdings" panose="05000000000000000000" pitchFamily="2" charset="2"/>
                  <a:buChar char="§"/>
                  <a:defRPr sz="2000">
                    <a:solidFill>
                      <a:srgbClr val="4D4D4D"/>
                    </a:solidFill>
                    <a:latin typeface="+mn-lt"/>
                  </a:defRPr>
                </a:lvl4pPr>
                <a:lvl5pPr marL="1771650" indent="-228600" algn="l" rtl="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mn-lt"/>
                  </a:defRPr>
                </a:lvl5pPr>
                <a:lvl6pPr marL="22288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6pPr>
                <a:lvl7pPr marL="26860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7pPr>
                <a:lvl8pPr marL="31432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8pPr>
                <a:lvl9pPr marL="36004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9pPr>
              </a:lstStyle>
              <a:p>
                <a:pPr marL="0" indent="0" eaLnBrk="1" hangingPunct="1">
                  <a:buNone/>
                </a:pPr>
                <a:endParaRPr lang="es-ES" altLang="en-US" sz="2300" kern="0" dirty="0">
                  <a:solidFill>
                    <a:srgbClr val="000000"/>
                  </a:solidFill>
                </a:endParaRPr>
              </a:p>
              <a:p>
                <a:pPr marL="0" indent="0">
                  <a:buNone/>
                </a:pPr>
                <a:r>
                  <a:rPr lang="es-ES" sz="2300" dirty="0">
                    <a:solidFill>
                      <a:srgbClr val="000000"/>
                    </a:solidFill>
                  </a:rPr>
                  <a:t>La notación que comenzaremos a usar es la siguiente:</a:t>
                </a:r>
              </a:p>
              <a:p>
                <a:pPr marL="0" indent="0">
                  <a:buNone/>
                </a:pPr>
                <a:endParaRPr lang="es-ES" sz="2300" dirty="0">
                  <a:solidFill>
                    <a:srgbClr val="000000"/>
                  </a:solidFill>
                </a:endParaRPr>
              </a:p>
              <a:p>
                <a:pPr marL="0" indent="0">
                  <a:buNone/>
                </a:pPr>
                <a14:m>
                  <m:oMathPara xmlns:m="http://schemas.openxmlformats.org/officeDocument/2006/math">
                    <m:oMathParaPr>
                      <m:jc m:val="centerGroup"/>
                    </m:oMathParaPr>
                    <m:oMath xmlns:m="http://schemas.openxmlformats.org/officeDocument/2006/math">
                      <m:r>
                        <a:rPr lang="es-ES" altLang="en-US" sz="2300" i="1" kern="0" dirty="0">
                          <a:solidFill>
                            <a:srgbClr val="000000"/>
                          </a:solidFill>
                          <a:latin typeface="Cambria Math" panose="02040503050406030204" pitchFamily="18" charset="0"/>
                        </a:rPr>
                        <m:t>𝑑𝑆</m:t>
                      </m:r>
                      <m:r>
                        <a:rPr lang="es-AR" altLang="en-US" sz="2300" i="1" kern="0" dirty="0">
                          <a:solidFill>
                            <a:srgbClr val="000000"/>
                          </a:solidFill>
                          <a:latin typeface="Cambria Math" panose="02040503050406030204" pitchFamily="18" charset="0"/>
                        </a:rPr>
                        <m:t>(</m:t>
                      </m:r>
                      <m:r>
                        <a:rPr lang="es-AR" altLang="en-US" sz="2300" i="1" kern="0" dirty="0">
                          <a:solidFill>
                            <a:srgbClr val="000000"/>
                          </a:solidFill>
                          <a:latin typeface="Cambria Math" panose="02040503050406030204" pitchFamily="18" charset="0"/>
                        </a:rPr>
                        <m:t>𝑡</m:t>
                      </m:r>
                      <m:r>
                        <a:rPr lang="es-AR" altLang="en-US" sz="2300" i="1" kern="0" dirty="0">
                          <a:solidFill>
                            <a:srgbClr val="000000"/>
                          </a:solidFill>
                          <a:latin typeface="Cambria Math" panose="02040503050406030204" pitchFamily="18" charset="0"/>
                        </a:rPr>
                        <m:t>)= </m:t>
                      </m:r>
                      <m:r>
                        <a:rPr lang="es-AR" altLang="en-US" sz="2300" i="1" kern="0" dirty="0">
                          <a:solidFill>
                            <a:srgbClr val="000000"/>
                          </a:solidFill>
                          <a:latin typeface="Cambria Math" panose="02040503050406030204" pitchFamily="18" charset="0"/>
                        </a:rPr>
                        <m:t>𝜇</m:t>
                      </m:r>
                      <m:r>
                        <a:rPr lang="es-AR" altLang="en-US" sz="2300" i="1" kern="0" dirty="0">
                          <a:solidFill>
                            <a:srgbClr val="000000"/>
                          </a:solidFill>
                          <a:latin typeface="Cambria Math" panose="02040503050406030204" pitchFamily="18" charset="0"/>
                        </a:rPr>
                        <m:t>𝑆</m:t>
                      </m:r>
                      <m:r>
                        <a:rPr lang="es-ES" altLang="en-US" sz="2300" i="1" kern="0" dirty="0">
                          <a:solidFill>
                            <a:srgbClr val="000000"/>
                          </a:solidFill>
                          <a:latin typeface="Cambria Math" panose="02040503050406030204" pitchFamily="18" charset="0"/>
                        </a:rPr>
                        <m:t>(</m:t>
                      </m:r>
                      <m:r>
                        <a:rPr lang="es-ES" altLang="en-US" sz="2300" i="1" kern="0" dirty="0">
                          <a:solidFill>
                            <a:srgbClr val="000000"/>
                          </a:solidFill>
                          <a:latin typeface="Cambria Math" panose="02040503050406030204" pitchFamily="18" charset="0"/>
                        </a:rPr>
                        <m:t>𝑡</m:t>
                      </m:r>
                      <m:r>
                        <a:rPr lang="es-ES" altLang="en-US" sz="2300" i="1" kern="0" dirty="0">
                          <a:solidFill>
                            <a:srgbClr val="000000"/>
                          </a:solidFill>
                          <a:latin typeface="Cambria Math" panose="02040503050406030204" pitchFamily="18" charset="0"/>
                        </a:rPr>
                        <m:t>)</m:t>
                      </m:r>
                      <m:r>
                        <a:rPr lang="es-ES" altLang="en-US" sz="2300" i="1" kern="0" dirty="0" err="1">
                          <a:solidFill>
                            <a:srgbClr val="000000"/>
                          </a:solidFill>
                          <a:latin typeface="Cambria Math" panose="02040503050406030204" pitchFamily="18" charset="0"/>
                        </a:rPr>
                        <m:t>𝑑𝑡</m:t>
                      </m:r>
                      <m:r>
                        <a:rPr lang="es-ES" altLang="en-US" sz="2300" i="1" kern="0" dirty="0">
                          <a:solidFill>
                            <a:srgbClr val="000000"/>
                          </a:solidFill>
                          <a:latin typeface="Cambria Math" panose="02040503050406030204" pitchFamily="18" charset="0"/>
                        </a:rPr>
                        <m:t> +</m:t>
                      </m:r>
                      <m:r>
                        <a:rPr lang="es-AR" altLang="en-US" sz="2300" i="1" kern="0" dirty="0">
                          <a:solidFill>
                            <a:srgbClr val="000000"/>
                          </a:solidFill>
                          <a:latin typeface="Cambria Math" panose="02040503050406030204" pitchFamily="18" charset="0"/>
                        </a:rPr>
                        <m:t>𝜎</m:t>
                      </m:r>
                      <m:r>
                        <a:rPr lang="es-AR" altLang="en-US" sz="2300" i="1" kern="0" dirty="0">
                          <a:solidFill>
                            <a:srgbClr val="000000"/>
                          </a:solidFill>
                          <a:latin typeface="Cambria Math" panose="02040503050406030204" pitchFamily="18" charset="0"/>
                        </a:rPr>
                        <m:t>𝑆</m:t>
                      </m:r>
                      <m:d>
                        <m:dPr>
                          <m:ctrlPr>
                            <a:rPr lang="es-ES" altLang="en-US" sz="2300" i="1" kern="0" dirty="0">
                              <a:solidFill>
                                <a:srgbClr val="000000"/>
                              </a:solidFill>
                              <a:latin typeface="Cambria Math" panose="02040503050406030204" pitchFamily="18" charset="0"/>
                            </a:rPr>
                          </m:ctrlPr>
                        </m:dPr>
                        <m:e>
                          <m:r>
                            <a:rPr lang="es-ES" altLang="en-US" sz="2300" i="1" kern="0" dirty="0">
                              <a:solidFill>
                                <a:srgbClr val="000000"/>
                              </a:solidFill>
                              <a:latin typeface="Cambria Math" panose="02040503050406030204" pitchFamily="18" charset="0"/>
                            </a:rPr>
                            <m:t>𝑡</m:t>
                          </m:r>
                        </m:e>
                      </m:d>
                      <m:r>
                        <a:rPr lang="es-AR" altLang="en-US" sz="2300" i="1" kern="0" dirty="0">
                          <a:solidFill>
                            <a:srgbClr val="000000"/>
                          </a:solidFill>
                          <a:latin typeface="Cambria Math" panose="02040503050406030204" pitchFamily="18" charset="0"/>
                        </a:rPr>
                        <m:t>𝑑𝑊</m:t>
                      </m:r>
                      <m:r>
                        <a:rPr lang="es-AR" altLang="en-US" sz="2300" i="1" kern="0" dirty="0">
                          <a:solidFill>
                            <a:srgbClr val="000000"/>
                          </a:solidFill>
                          <a:latin typeface="Cambria Math" panose="02040503050406030204" pitchFamily="18" charset="0"/>
                        </a:rPr>
                        <m:t>(</m:t>
                      </m:r>
                      <m:r>
                        <a:rPr lang="es-AR" altLang="en-US" sz="2300" i="1" kern="0" dirty="0">
                          <a:solidFill>
                            <a:srgbClr val="000000"/>
                          </a:solidFill>
                          <a:latin typeface="Cambria Math" panose="02040503050406030204" pitchFamily="18" charset="0"/>
                        </a:rPr>
                        <m:t>𝑡</m:t>
                      </m:r>
                      <m:r>
                        <a:rPr lang="es-AR" altLang="en-US" sz="2300" i="1" kern="0" dirty="0">
                          <a:solidFill>
                            <a:srgbClr val="000000"/>
                          </a:solidFill>
                          <a:latin typeface="Cambria Math" panose="02040503050406030204" pitchFamily="18" charset="0"/>
                        </a:rPr>
                        <m:t>)</m:t>
                      </m:r>
                    </m:oMath>
                  </m:oMathPara>
                </a14:m>
                <a:endParaRPr lang="es-ES" altLang="en-US" sz="2300" kern="0" dirty="0">
                  <a:solidFill>
                    <a:srgbClr val="000000"/>
                  </a:solidFill>
                </a:endParaRPr>
              </a:p>
              <a:p>
                <a:pPr marL="0" indent="0">
                  <a:buNone/>
                </a:pPr>
                <a:endParaRPr lang="es-ES" sz="2300" dirty="0">
                  <a:solidFill>
                    <a:srgbClr val="000000"/>
                  </a:solidFill>
                </a:endParaRPr>
              </a:p>
              <a:p>
                <a:pPr marL="0" indent="0">
                  <a:buNone/>
                </a:pPr>
                <a:r>
                  <a:rPr lang="es-ES" sz="2300" dirty="0">
                    <a:solidFill>
                      <a:srgbClr val="000000"/>
                    </a:solidFill>
                  </a:rPr>
                  <a:t>Con </a:t>
                </a:r>
                <a:endParaRPr lang="en-US" altLang="en-US" sz="2300" i="1" kern="0" dirty="0">
                  <a:solidFill>
                    <a:srgbClr val="000000"/>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en-US" sz="2300" i="1" kern="0" dirty="0">
                          <a:solidFill>
                            <a:srgbClr val="000000"/>
                          </a:solidFill>
                          <a:latin typeface="Cambria Math" panose="02040503050406030204" pitchFamily="18" charset="0"/>
                        </a:rPr>
                        <m:t>𝑑𝑊</m:t>
                      </m:r>
                      <m:d>
                        <m:dPr>
                          <m:ctrlPr>
                            <a:rPr lang="en-US" altLang="en-US" sz="2300" i="1" kern="0" dirty="0">
                              <a:solidFill>
                                <a:srgbClr val="000000"/>
                              </a:solidFill>
                              <a:latin typeface="Cambria Math" panose="02040503050406030204" pitchFamily="18" charset="0"/>
                            </a:rPr>
                          </m:ctrlPr>
                        </m:dPr>
                        <m:e>
                          <m:r>
                            <a:rPr lang="en-US" altLang="en-US" sz="2300" i="1" kern="0" dirty="0">
                              <a:solidFill>
                                <a:srgbClr val="000000"/>
                              </a:solidFill>
                              <a:latin typeface="Cambria Math" panose="02040503050406030204" pitchFamily="18" charset="0"/>
                            </a:rPr>
                            <m:t>𝑡</m:t>
                          </m:r>
                        </m:e>
                      </m:d>
                      <m:r>
                        <a:rPr lang="en-US" altLang="en-US" sz="2300" i="1" kern="0" dirty="0">
                          <a:solidFill>
                            <a:srgbClr val="000000"/>
                          </a:solidFill>
                          <a:latin typeface="Cambria Math" panose="02040503050406030204" pitchFamily="18" charset="0"/>
                        </a:rPr>
                        <m:t>=</m:t>
                      </m:r>
                      <m:r>
                        <a:rPr lang="en-US" altLang="en-US" sz="2300" i="1" kern="0" dirty="0">
                          <a:solidFill>
                            <a:srgbClr val="000000"/>
                          </a:solidFill>
                          <a:latin typeface="Cambria Math" panose="02040503050406030204" pitchFamily="18" charset="0"/>
                        </a:rPr>
                        <m:t>𝑊</m:t>
                      </m:r>
                      <m:d>
                        <m:dPr>
                          <m:ctrlPr>
                            <a:rPr lang="en-US" altLang="en-US" sz="2300" i="1" kern="0" dirty="0">
                              <a:solidFill>
                                <a:srgbClr val="000000"/>
                              </a:solidFill>
                              <a:latin typeface="Cambria Math" panose="02040503050406030204" pitchFamily="18" charset="0"/>
                            </a:rPr>
                          </m:ctrlPr>
                        </m:dPr>
                        <m:e>
                          <m:r>
                            <a:rPr lang="en-US" altLang="en-US" sz="2300" i="1" kern="0" dirty="0">
                              <a:solidFill>
                                <a:srgbClr val="000000"/>
                              </a:solidFill>
                              <a:latin typeface="Cambria Math" panose="02040503050406030204" pitchFamily="18" charset="0"/>
                            </a:rPr>
                            <m:t>𝑡</m:t>
                          </m:r>
                          <m:r>
                            <a:rPr lang="en-US" altLang="en-US" sz="2300" i="1" kern="0" dirty="0">
                              <a:solidFill>
                                <a:srgbClr val="000000"/>
                              </a:solidFill>
                              <a:latin typeface="Cambria Math" panose="02040503050406030204" pitchFamily="18" charset="0"/>
                            </a:rPr>
                            <m:t>+</m:t>
                          </m:r>
                          <m:r>
                            <a:rPr lang="en-US" altLang="en-US" sz="2300" i="1" kern="0" dirty="0">
                              <a:solidFill>
                                <a:srgbClr val="000000"/>
                              </a:solidFill>
                              <a:latin typeface="Cambria Math" panose="02040503050406030204" pitchFamily="18" charset="0"/>
                            </a:rPr>
                            <m:t>𝑑𝑡</m:t>
                          </m:r>
                        </m:e>
                      </m:d>
                      <m:r>
                        <a:rPr lang="en-US" altLang="en-US" sz="2300" i="1" kern="0" dirty="0">
                          <a:solidFill>
                            <a:srgbClr val="000000"/>
                          </a:solidFill>
                          <a:latin typeface="Cambria Math" panose="02040503050406030204" pitchFamily="18" charset="0"/>
                        </a:rPr>
                        <m:t>−</m:t>
                      </m:r>
                      <m:r>
                        <a:rPr lang="en-US" altLang="en-US" sz="2300" i="1" kern="0" dirty="0">
                          <a:solidFill>
                            <a:srgbClr val="000000"/>
                          </a:solidFill>
                          <a:latin typeface="Cambria Math" panose="02040503050406030204" pitchFamily="18" charset="0"/>
                        </a:rPr>
                        <m:t>𝑊</m:t>
                      </m:r>
                      <m:d>
                        <m:dPr>
                          <m:ctrlPr>
                            <a:rPr lang="en-US" altLang="en-US" sz="2300" i="1" kern="0" dirty="0">
                              <a:solidFill>
                                <a:srgbClr val="000000"/>
                              </a:solidFill>
                              <a:latin typeface="Cambria Math" panose="02040503050406030204" pitchFamily="18" charset="0"/>
                            </a:rPr>
                          </m:ctrlPr>
                        </m:dPr>
                        <m:e>
                          <m:r>
                            <a:rPr lang="en-US" altLang="en-US" sz="2300" i="1" kern="0" dirty="0">
                              <a:solidFill>
                                <a:srgbClr val="000000"/>
                              </a:solidFill>
                              <a:latin typeface="Cambria Math" panose="02040503050406030204" pitchFamily="18" charset="0"/>
                            </a:rPr>
                            <m:t>𝑡</m:t>
                          </m:r>
                        </m:e>
                      </m:d>
                      <m:r>
                        <a:rPr lang="en-US" altLang="en-US" sz="2300" i="1" kern="0" dirty="0">
                          <a:solidFill>
                            <a:srgbClr val="000000"/>
                          </a:solidFill>
                          <a:latin typeface="Cambria Math" panose="02040503050406030204" pitchFamily="18" charset="0"/>
                        </a:rPr>
                        <m:t>∼</m:t>
                      </m:r>
                      <m:r>
                        <a:rPr lang="en-US" altLang="en-US" sz="2300" i="1" kern="0" dirty="0">
                          <a:solidFill>
                            <a:srgbClr val="000000"/>
                          </a:solidFill>
                          <a:latin typeface="Cambria Math" panose="02040503050406030204" pitchFamily="18" charset="0"/>
                        </a:rPr>
                        <m:t>𝑁</m:t>
                      </m:r>
                      <m:r>
                        <a:rPr lang="en-US" altLang="en-US" sz="2300" i="1" kern="0" dirty="0">
                          <a:solidFill>
                            <a:srgbClr val="000000"/>
                          </a:solidFill>
                          <a:latin typeface="Cambria Math" panose="02040503050406030204" pitchFamily="18" charset="0"/>
                        </a:rPr>
                        <m:t>(0,</m:t>
                      </m:r>
                      <m:r>
                        <a:rPr lang="en-US" altLang="en-US" sz="2300" i="1" kern="0" dirty="0">
                          <a:solidFill>
                            <a:srgbClr val="000000"/>
                          </a:solidFill>
                          <a:latin typeface="Cambria Math" panose="02040503050406030204" pitchFamily="18" charset="0"/>
                        </a:rPr>
                        <m:t>𝑑𝑡</m:t>
                      </m:r>
                      <m:r>
                        <a:rPr lang="en-US" altLang="en-US" sz="2300" i="1" kern="0" dirty="0">
                          <a:solidFill>
                            <a:srgbClr val="000000"/>
                          </a:solidFill>
                          <a:latin typeface="Cambria Math" panose="02040503050406030204" pitchFamily="18" charset="0"/>
                        </a:rPr>
                        <m:t>)</m:t>
                      </m:r>
                    </m:oMath>
                  </m:oMathPara>
                </a14:m>
                <a:endParaRPr lang="es-AR" altLang="en-US" sz="2300" kern="0" dirty="0">
                  <a:solidFill>
                    <a:srgbClr val="000000"/>
                  </a:solidFill>
                </a:endParaRPr>
              </a:p>
              <a:p>
                <a:pPr marL="0" indent="0">
                  <a:buNone/>
                </a:pPr>
                <a:endParaRPr lang="es-ES" sz="2300" dirty="0">
                  <a:solidFill>
                    <a:srgbClr val="000000"/>
                  </a:solidFill>
                </a:endParaRPr>
              </a:p>
              <a:p>
                <a:pPr marL="0" indent="0">
                  <a:buNone/>
                </a:pPr>
                <a:r>
                  <a:rPr lang="es-ES" sz="2300" dirty="0">
                    <a:solidFill>
                      <a:srgbClr val="000000"/>
                    </a:solidFill>
                  </a:rPr>
                  <a:t>La anterior dinámica se denomina un Browniano Geométrico. En donde </a:t>
                </a:r>
                <a14:m>
                  <m:oMath xmlns:m="http://schemas.openxmlformats.org/officeDocument/2006/math">
                    <m:r>
                      <a:rPr lang="es-ES" sz="2300" i="1" dirty="0">
                        <a:solidFill>
                          <a:srgbClr val="000000"/>
                        </a:solidFill>
                        <a:latin typeface="Cambria Math" panose="02040503050406030204" pitchFamily="18" charset="0"/>
                      </a:rPr>
                      <m:t>𝑊</m:t>
                    </m:r>
                    <m:r>
                      <a:rPr lang="es-ES" sz="2300" i="1" dirty="0">
                        <a:solidFill>
                          <a:srgbClr val="000000"/>
                        </a:solidFill>
                        <a:latin typeface="Cambria Math" panose="02040503050406030204" pitchFamily="18" charset="0"/>
                      </a:rPr>
                      <m:t>(</m:t>
                    </m:r>
                    <m:r>
                      <a:rPr lang="es-ES" sz="2300" i="1" dirty="0">
                        <a:solidFill>
                          <a:srgbClr val="000000"/>
                        </a:solidFill>
                        <a:latin typeface="Cambria Math" panose="02040503050406030204" pitchFamily="18" charset="0"/>
                      </a:rPr>
                      <m:t>𝑡</m:t>
                    </m:r>
                    <m:r>
                      <a:rPr lang="es-ES" sz="2300" i="1" dirty="0">
                        <a:solidFill>
                          <a:srgbClr val="000000"/>
                        </a:solidFill>
                        <a:latin typeface="Cambria Math" panose="02040503050406030204" pitchFamily="18" charset="0"/>
                      </a:rPr>
                      <m:t>)</m:t>
                    </m:r>
                  </m:oMath>
                </a14:m>
                <a:r>
                  <a:rPr lang="es-ES" sz="2300" dirty="0">
                    <a:solidFill>
                      <a:srgbClr val="000000"/>
                    </a:solidFill>
                  </a:rPr>
                  <a:t> es un </a:t>
                </a:r>
                <a:r>
                  <a:rPr lang="es-ES" sz="2300" b="1" dirty="0">
                    <a:solidFill>
                      <a:schemeClr val="tx1">
                        <a:lumMod val="60000"/>
                        <a:lumOff val="40000"/>
                      </a:schemeClr>
                    </a:solidFill>
                  </a:rPr>
                  <a:t>Movimiento Browniano</a:t>
                </a:r>
                <a:r>
                  <a:rPr lang="es-ES" sz="2300" dirty="0">
                    <a:solidFill>
                      <a:srgbClr val="000000"/>
                    </a:solidFill>
                  </a:rPr>
                  <a:t>.</a:t>
                </a:r>
              </a:p>
              <a:p>
                <a:pPr marL="0" indent="0">
                  <a:buNone/>
                </a:pPr>
                <a:endParaRPr lang="es-ES" sz="2300" dirty="0">
                  <a:solidFill>
                    <a:srgbClr val="000000"/>
                  </a:solidFill>
                </a:endParaRPr>
              </a:p>
              <a:p>
                <a:pPr marL="0" indent="0">
                  <a:buNone/>
                </a:pPr>
                <a:r>
                  <a:rPr lang="es-ES" sz="2300" dirty="0">
                    <a:solidFill>
                      <a:srgbClr val="000000"/>
                    </a:solidFill>
                  </a:rPr>
                  <a:t>El movimiento Browniano es un objeto matemático que vamos a estudiar en el transcurso de estas clases. </a:t>
                </a:r>
                <a:endParaRPr lang="es-AR" altLang="en-US" sz="2300" kern="0" dirty="0">
                  <a:solidFill>
                    <a:srgbClr val="000000"/>
                  </a:solidFill>
                </a:endParaRPr>
              </a:p>
            </p:txBody>
          </p:sp>
        </mc:Choice>
        <mc:Fallback xmlns="">
          <p:sp>
            <p:nvSpPr>
              <p:cNvPr id="5" name="Rectangle 3">
                <a:extLst>
                  <a:ext uri="{FF2B5EF4-FFF2-40B4-BE49-F238E27FC236}">
                    <a16:creationId xmlns:a16="http://schemas.microsoft.com/office/drawing/2014/main" id="{783F8FDA-144E-4BCA-A2A8-81771A52A97F}"/>
                  </a:ext>
                </a:extLst>
              </p:cNvPr>
              <p:cNvSpPr txBox="1">
                <a:spLocks noRot="1" noChangeAspect="1" noMove="1" noResize="1" noEditPoints="1" noAdjustHandles="1" noChangeArrowheads="1" noChangeShapeType="1" noTextEdit="1"/>
              </p:cNvSpPr>
              <p:nvPr/>
            </p:nvSpPr>
            <p:spPr bwMode="auto">
              <a:xfrm>
                <a:off x="1847850" y="1125538"/>
                <a:ext cx="8458200" cy="5257800"/>
              </a:xfrm>
              <a:prstGeom prst="rect">
                <a:avLst/>
              </a:prstGeom>
              <a:blipFill>
                <a:blip r:embed="rId2"/>
                <a:stretch>
                  <a:fillRect l="-1009" b="-174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877077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A9C4E8-581A-4E73-B27B-71D0BD093319}"/>
              </a:ext>
            </a:extLst>
          </p:cNvPr>
          <p:cNvSpPr>
            <a:spLocks noGrp="1"/>
          </p:cNvSpPr>
          <p:nvPr>
            <p:ph type="sldNum" sz="quarter" idx="10"/>
          </p:nvPr>
        </p:nvSpPr>
        <p:spPr/>
        <p:txBody>
          <a:bodyPr/>
          <a:lstStyle/>
          <a:p>
            <a:pPr>
              <a:defRPr/>
            </a:pPr>
            <a:fld id="{095C3A6C-2EF2-4429-8171-61B701167257}" type="slidenum">
              <a:rPr lang="en-US" altLang="en-US" smtClean="0"/>
              <a:pPr>
                <a:defRPr/>
              </a:pPr>
              <a:t>7</a:t>
            </a:fld>
            <a:endParaRPr lang="en-US" altLang="en-US"/>
          </a:p>
        </p:txBody>
      </p:sp>
      <p:sp>
        <p:nvSpPr>
          <p:cNvPr id="3" name="Rectangle 2">
            <a:extLst>
              <a:ext uri="{FF2B5EF4-FFF2-40B4-BE49-F238E27FC236}">
                <a16:creationId xmlns:a16="http://schemas.microsoft.com/office/drawing/2014/main" id="{2C5010B1-A23D-46C3-A2F0-4934E81DD0DA}"/>
              </a:ext>
            </a:extLst>
          </p:cNvPr>
          <p:cNvSpPr txBox="1">
            <a:spLocks noChangeArrowheads="1"/>
          </p:cNvSpPr>
          <p:nvPr/>
        </p:nvSpPr>
        <p:spPr bwMode="auto">
          <a:xfrm>
            <a:off x="2438401" y="0"/>
            <a:ext cx="7381875"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ctr" anchorCtr="0" compatLnSpc="1">
            <a:prstTxWarp prst="textNoShape">
              <a:avLst/>
            </a:prstTxWarp>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defTabSz="4572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200" kern="0" dirty="0" err="1">
                <a:solidFill>
                  <a:srgbClr val="000000"/>
                </a:solidFill>
              </a:rPr>
              <a:t>Simulaciones</a:t>
            </a:r>
            <a:r>
              <a:rPr lang="en-GB" altLang="en-US" sz="3200" kern="0" dirty="0">
                <a:solidFill>
                  <a:srgbClr val="000000"/>
                </a:solidFill>
              </a:rPr>
              <a:t> de un </a:t>
            </a:r>
            <a:r>
              <a:rPr lang="en-GB" altLang="en-US" sz="3200" kern="0" dirty="0" err="1">
                <a:solidFill>
                  <a:srgbClr val="000000"/>
                </a:solidFill>
              </a:rPr>
              <a:t>Movimiento</a:t>
            </a:r>
            <a:r>
              <a:rPr lang="en-GB" altLang="en-US" sz="3200" kern="0" dirty="0">
                <a:solidFill>
                  <a:srgbClr val="000000"/>
                </a:solidFill>
              </a:rPr>
              <a:t> </a:t>
            </a:r>
            <a:r>
              <a:rPr lang="en-GB" altLang="en-US" sz="3200" kern="0" dirty="0" err="1">
                <a:solidFill>
                  <a:srgbClr val="000000"/>
                </a:solidFill>
              </a:rPr>
              <a:t>Browniano</a:t>
            </a:r>
            <a:endParaRPr lang="en-GB" altLang="en-US" sz="3200" kern="0" dirty="0">
              <a:solidFill>
                <a:srgbClr val="000000"/>
              </a:solidFill>
            </a:endParaRPr>
          </a:p>
        </p:txBody>
      </p:sp>
      <p:sp>
        <p:nvSpPr>
          <p:cNvPr id="5" name="Rectangle 3">
            <a:extLst>
              <a:ext uri="{FF2B5EF4-FFF2-40B4-BE49-F238E27FC236}">
                <a16:creationId xmlns:a16="http://schemas.microsoft.com/office/drawing/2014/main" id="{783F8FDA-144E-4BCA-A2A8-81771A52A97F}"/>
              </a:ext>
            </a:extLst>
          </p:cNvPr>
          <p:cNvSpPr txBox="1">
            <a:spLocks noChangeArrowheads="1"/>
          </p:cNvSpPr>
          <p:nvPr/>
        </p:nvSpPr>
        <p:spPr bwMode="auto">
          <a:xfrm>
            <a:off x="1847850" y="1125538"/>
            <a:ext cx="84582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Char char="•"/>
              <a:defRPr sz="3200">
                <a:solidFill>
                  <a:srgbClr val="4D4D4D"/>
                </a:solidFill>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Wingdings" panose="05000000000000000000" pitchFamily="2" charset="2"/>
              <a:buChar char="Ø"/>
              <a:defRPr sz="2800">
                <a:solidFill>
                  <a:srgbClr val="4D4D4D"/>
                </a:solidFill>
                <a:latin typeface="+mn-lt"/>
              </a:defRPr>
            </a:lvl2pPr>
            <a:lvl3pPr marL="1085850" indent="-228600" algn="l" rtl="0" eaLnBrk="0" fontAlgn="base" hangingPunct="0">
              <a:spcBef>
                <a:spcPct val="20000"/>
              </a:spcBef>
              <a:spcAft>
                <a:spcPct val="0"/>
              </a:spcAft>
              <a:buClr>
                <a:schemeClr val="folHlink"/>
              </a:buClr>
              <a:buSzPct val="75000"/>
              <a:buFont typeface="Wingdings" panose="05000000000000000000" pitchFamily="2" charset="2"/>
              <a:buChar char="w"/>
              <a:defRPr sz="2400">
                <a:solidFill>
                  <a:srgbClr val="4D4D4D"/>
                </a:solidFill>
                <a:latin typeface="+mn-lt"/>
              </a:defRPr>
            </a:lvl3pPr>
            <a:lvl4pPr marL="1428750" indent="-228600" algn="l" rtl="0" eaLnBrk="0" fontAlgn="base" hangingPunct="0">
              <a:spcBef>
                <a:spcPct val="20000"/>
              </a:spcBef>
              <a:spcAft>
                <a:spcPct val="0"/>
              </a:spcAft>
              <a:buClr>
                <a:schemeClr val="folHlink"/>
              </a:buClr>
              <a:buSzPct val="75000"/>
              <a:buFont typeface="Wingdings" panose="05000000000000000000" pitchFamily="2" charset="2"/>
              <a:buChar char="§"/>
              <a:defRPr sz="2000">
                <a:solidFill>
                  <a:srgbClr val="4D4D4D"/>
                </a:solidFill>
                <a:latin typeface="+mn-lt"/>
              </a:defRPr>
            </a:lvl4pPr>
            <a:lvl5pPr marL="1771650" indent="-228600" algn="l" rtl="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mn-lt"/>
              </a:defRPr>
            </a:lvl5pPr>
            <a:lvl6pPr marL="22288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6pPr>
            <a:lvl7pPr marL="26860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7pPr>
            <a:lvl8pPr marL="31432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8pPr>
            <a:lvl9pPr marL="36004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9pPr>
          </a:lstStyle>
          <a:p>
            <a:pPr marL="0" indent="0" eaLnBrk="1" hangingPunct="1">
              <a:buNone/>
            </a:pPr>
            <a:endParaRPr lang="es-ES" altLang="en-US" sz="2300" kern="0" dirty="0">
              <a:solidFill>
                <a:srgbClr val="000000"/>
              </a:solidFill>
            </a:endParaRPr>
          </a:p>
        </p:txBody>
      </p:sp>
      <p:pic>
        <p:nvPicPr>
          <p:cNvPr id="4" name="Picture 3">
            <a:extLst>
              <a:ext uri="{FF2B5EF4-FFF2-40B4-BE49-F238E27FC236}">
                <a16:creationId xmlns:a16="http://schemas.microsoft.com/office/drawing/2014/main" id="{5BBBD77C-1142-4073-8CCC-2099A1B8269E}"/>
              </a:ext>
            </a:extLst>
          </p:cNvPr>
          <p:cNvPicPr>
            <a:picLocks noChangeAspect="1"/>
          </p:cNvPicPr>
          <p:nvPr/>
        </p:nvPicPr>
        <p:blipFill>
          <a:blip r:embed="rId2"/>
          <a:stretch>
            <a:fillRect/>
          </a:stretch>
        </p:blipFill>
        <p:spPr>
          <a:xfrm>
            <a:off x="3143673" y="1484784"/>
            <a:ext cx="5597161" cy="4554636"/>
          </a:xfrm>
          <a:prstGeom prst="rect">
            <a:avLst/>
          </a:prstGeom>
        </p:spPr>
      </p:pic>
    </p:spTree>
    <p:extLst>
      <p:ext uri="{BB962C8B-B14F-4D97-AF65-F5344CB8AC3E}">
        <p14:creationId xmlns:p14="http://schemas.microsoft.com/office/powerpoint/2010/main" val="18558332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A9C4E8-581A-4E73-B27B-71D0BD093319}"/>
              </a:ext>
            </a:extLst>
          </p:cNvPr>
          <p:cNvSpPr>
            <a:spLocks noGrp="1"/>
          </p:cNvSpPr>
          <p:nvPr>
            <p:ph type="sldNum" sz="quarter" idx="10"/>
          </p:nvPr>
        </p:nvSpPr>
        <p:spPr/>
        <p:txBody>
          <a:bodyPr/>
          <a:lstStyle/>
          <a:p>
            <a:pPr>
              <a:defRPr/>
            </a:pPr>
            <a:fld id="{095C3A6C-2EF2-4429-8171-61B701167257}" type="slidenum">
              <a:rPr lang="en-US" altLang="en-US" smtClean="0"/>
              <a:pPr>
                <a:defRPr/>
              </a:pPr>
              <a:t>8</a:t>
            </a:fld>
            <a:endParaRPr lang="en-US" altLang="en-US"/>
          </a:p>
        </p:txBody>
      </p:sp>
      <p:sp>
        <p:nvSpPr>
          <p:cNvPr id="3" name="Rectangle 2">
            <a:extLst>
              <a:ext uri="{FF2B5EF4-FFF2-40B4-BE49-F238E27FC236}">
                <a16:creationId xmlns:a16="http://schemas.microsoft.com/office/drawing/2014/main" id="{2C5010B1-A23D-46C3-A2F0-4934E81DD0DA}"/>
              </a:ext>
            </a:extLst>
          </p:cNvPr>
          <p:cNvSpPr txBox="1">
            <a:spLocks noChangeArrowheads="1"/>
          </p:cNvSpPr>
          <p:nvPr/>
        </p:nvSpPr>
        <p:spPr bwMode="auto">
          <a:xfrm>
            <a:off x="2438401" y="0"/>
            <a:ext cx="7381875"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ctr" anchorCtr="0" compatLnSpc="1">
            <a:prstTxWarp prst="textNoShape">
              <a:avLst/>
            </a:prstTxWarp>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defTabSz="4572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200" kern="0" dirty="0" err="1">
                <a:solidFill>
                  <a:srgbClr val="000000"/>
                </a:solidFill>
              </a:rPr>
              <a:t>Movimiento</a:t>
            </a:r>
            <a:r>
              <a:rPr lang="en-GB" altLang="en-US" sz="3200" kern="0" dirty="0">
                <a:solidFill>
                  <a:srgbClr val="000000"/>
                </a:solidFill>
              </a:rPr>
              <a:t> </a:t>
            </a:r>
            <a:r>
              <a:rPr lang="en-GB" altLang="en-US" sz="3200" kern="0" dirty="0" err="1">
                <a:solidFill>
                  <a:srgbClr val="000000"/>
                </a:solidFill>
              </a:rPr>
              <a:t>Browniano</a:t>
            </a:r>
            <a:r>
              <a:rPr lang="en-GB" altLang="en-US" sz="3200" kern="0" dirty="0">
                <a:solidFill>
                  <a:srgbClr val="000000"/>
                </a:solidFill>
              </a:rPr>
              <a:t> – </a:t>
            </a:r>
            <a:r>
              <a:rPr lang="en-GB" altLang="en-US" sz="3200" kern="0" dirty="0" err="1">
                <a:solidFill>
                  <a:srgbClr val="000000"/>
                </a:solidFill>
              </a:rPr>
              <a:t>historia</a:t>
            </a:r>
            <a:r>
              <a:rPr lang="en-GB" altLang="en-US" sz="3200" kern="0" dirty="0">
                <a:solidFill>
                  <a:srgbClr val="000000"/>
                </a:solidFill>
              </a:rPr>
              <a:t> (1/3)</a:t>
            </a:r>
          </a:p>
        </p:txBody>
      </p:sp>
      <p:sp>
        <p:nvSpPr>
          <p:cNvPr id="5" name="Rectangle 3">
            <a:extLst>
              <a:ext uri="{FF2B5EF4-FFF2-40B4-BE49-F238E27FC236}">
                <a16:creationId xmlns:a16="http://schemas.microsoft.com/office/drawing/2014/main" id="{783F8FDA-144E-4BCA-A2A8-81771A52A97F}"/>
              </a:ext>
            </a:extLst>
          </p:cNvPr>
          <p:cNvSpPr txBox="1">
            <a:spLocks noChangeArrowheads="1"/>
          </p:cNvSpPr>
          <p:nvPr/>
        </p:nvSpPr>
        <p:spPr bwMode="auto">
          <a:xfrm>
            <a:off x="1847850" y="1125538"/>
            <a:ext cx="84582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Char char="•"/>
              <a:defRPr sz="3200">
                <a:solidFill>
                  <a:srgbClr val="4D4D4D"/>
                </a:solidFill>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Wingdings" panose="05000000000000000000" pitchFamily="2" charset="2"/>
              <a:buChar char="Ø"/>
              <a:defRPr sz="2800">
                <a:solidFill>
                  <a:srgbClr val="4D4D4D"/>
                </a:solidFill>
                <a:latin typeface="+mn-lt"/>
              </a:defRPr>
            </a:lvl2pPr>
            <a:lvl3pPr marL="1085850" indent="-228600" algn="l" rtl="0" eaLnBrk="0" fontAlgn="base" hangingPunct="0">
              <a:spcBef>
                <a:spcPct val="20000"/>
              </a:spcBef>
              <a:spcAft>
                <a:spcPct val="0"/>
              </a:spcAft>
              <a:buClr>
                <a:schemeClr val="folHlink"/>
              </a:buClr>
              <a:buSzPct val="75000"/>
              <a:buFont typeface="Wingdings" panose="05000000000000000000" pitchFamily="2" charset="2"/>
              <a:buChar char="w"/>
              <a:defRPr sz="2400">
                <a:solidFill>
                  <a:srgbClr val="4D4D4D"/>
                </a:solidFill>
                <a:latin typeface="+mn-lt"/>
              </a:defRPr>
            </a:lvl3pPr>
            <a:lvl4pPr marL="1428750" indent="-228600" algn="l" rtl="0" eaLnBrk="0" fontAlgn="base" hangingPunct="0">
              <a:spcBef>
                <a:spcPct val="20000"/>
              </a:spcBef>
              <a:spcAft>
                <a:spcPct val="0"/>
              </a:spcAft>
              <a:buClr>
                <a:schemeClr val="folHlink"/>
              </a:buClr>
              <a:buSzPct val="75000"/>
              <a:buFont typeface="Wingdings" panose="05000000000000000000" pitchFamily="2" charset="2"/>
              <a:buChar char="§"/>
              <a:defRPr sz="2000">
                <a:solidFill>
                  <a:srgbClr val="4D4D4D"/>
                </a:solidFill>
                <a:latin typeface="+mn-lt"/>
              </a:defRPr>
            </a:lvl4pPr>
            <a:lvl5pPr marL="1771650" indent="-228600" algn="l" rtl="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mn-lt"/>
              </a:defRPr>
            </a:lvl5pPr>
            <a:lvl6pPr marL="22288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6pPr>
            <a:lvl7pPr marL="26860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7pPr>
            <a:lvl8pPr marL="31432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8pPr>
            <a:lvl9pPr marL="36004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9pPr>
          </a:lstStyle>
          <a:p>
            <a:pPr eaLnBrk="1" hangingPunct="1"/>
            <a:r>
              <a:rPr lang="es-ES" altLang="en-US" sz="2300" b="1" kern="0" dirty="0">
                <a:solidFill>
                  <a:srgbClr val="000000"/>
                </a:solidFill>
              </a:rPr>
              <a:t>1828 </a:t>
            </a:r>
            <a:r>
              <a:rPr lang="es-ES" altLang="en-US" sz="2300" kern="0" dirty="0">
                <a:solidFill>
                  <a:srgbClr val="000000"/>
                </a:solidFill>
              </a:rPr>
              <a:t>- El botánico </a:t>
            </a:r>
            <a:r>
              <a:rPr lang="es-ES" altLang="en-US" sz="2300" b="1" kern="0" dirty="0">
                <a:solidFill>
                  <a:schemeClr val="tx1">
                    <a:lumMod val="60000"/>
                    <a:lumOff val="40000"/>
                  </a:schemeClr>
                </a:solidFill>
              </a:rPr>
              <a:t>Robert Brown</a:t>
            </a:r>
            <a:r>
              <a:rPr lang="es-ES" altLang="en-US" sz="2300" kern="0" dirty="0">
                <a:solidFill>
                  <a:srgbClr val="000000"/>
                </a:solidFill>
              </a:rPr>
              <a:t> reporta que granos de polen suspendidos en una cierta sustancia vistos a través de un microscopio, realizaban un movimiento irregular e inexplicable.</a:t>
            </a:r>
          </a:p>
          <a:p>
            <a:pPr eaLnBrk="1" hangingPunct="1"/>
            <a:endParaRPr lang="es-ES" altLang="en-US" sz="2300" kern="0" dirty="0">
              <a:solidFill>
                <a:srgbClr val="000000"/>
              </a:solidFill>
            </a:endParaRPr>
          </a:p>
          <a:p>
            <a:pPr eaLnBrk="1" hangingPunct="1"/>
            <a:r>
              <a:rPr lang="es-ES" altLang="en-US" sz="2300" b="1" kern="0" dirty="0">
                <a:solidFill>
                  <a:srgbClr val="000000"/>
                </a:solidFill>
              </a:rPr>
              <a:t>1900</a:t>
            </a:r>
            <a:r>
              <a:rPr lang="es-ES" altLang="en-US" sz="2300" kern="0" dirty="0">
                <a:solidFill>
                  <a:srgbClr val="000000"/>
                </a:solidFill>
              </a:rPr>
              <a:t> – El matemático </a:t>
            </a:r>
            <a:r>
              <a:rPr lang="es-ES" altLang="en-US" sz="2300" b="1" kern="0" dirty="0">
                <a:solidFill>
                  <a:schemeClr val="tx1">
                    <a:lumMod val="60000"/>
                    <a:lumOff val="40000"/>
                  </a:schemeClr>
                </a:solidFill>
              </a:rPr>
              <a:t>Louis </a:t>
            </a:r>
            <a:r>
              <a:rPr lang="es-ES" altLang="en-US" sz="2300" b="1" kern="0" dirty="0" err="1">
                <a:solidFill>
                  <a:schemeClr val="tx1">
                    <a:lumMod val="60000"/>
                    <a:lumOff val="40000"/>
                  </a:schemeClr>
                </a:solidFill>
              </a:rPr>
              <a:t>Bachelier</a:t>
            </a:r>
            <a:r>
              <a:rPr lang="es-ES" altLang="en-US" sz="2300" kern="0" dirty="0">
                <a:solidFill>
                  <a:srgbClr val="000000"/>
                </a:solidFill>
              </a:rPr>
              <a:t> publica su tesis doctoral Teoría de la especulación, en la que utiliza el movimiento browniano para modelar activos financieros, aunque su uso es poco riguroso.</a:t>
            </a:r>
          </a:p>
          <a:p>
            <a:pPr eaLnBrk="1" hangingPunct="1"/>
            <a:endParaRPr lang="es-ES" altLang="en-US" sz="2300" kern="0" dirty="0">
              <a:solidFill>
                <a:srgbClr val="000000"/>
              </a:solidFill>
            </a:endParaRPr>
          </a:p>
          <a:p>
            <a:pPr eaLnBrk="1" hangingPunct="1"/>
            <a:r>
              <a:rPr lang="es-ES" altLang="en-US" sz="2300" b="1" kern="0" dirty="0">
                <a:solidFill>
                  <a:srgbClr val="000000"/>
                </a:solidFill>
              </a:rPr>
              <a:t>1905</a:t>
            </a:r>
            <a:r>
              <a:rPr lang="es-ES" altLang="en-US" sz="2300" kern="0" dirty="0">
                <a:solidFill>
                  <a:srgbClr val="000000"/>
                </a:solidFill>
              </a:rPr>
              <a:t> – El físico </a:t>
            </a:r>
            <a:r>
              <a:rPr lang="es-ES" altLang="en-US" sz="2300" b="1" kern="0" dirty="0">
                <a:solidFill>
                  <a:schemeClr val="tx1">
                    <a:lumMod val="60000"/>
                    <a:lumOff val="40000"/>
                  </a:schemeClr>
                </a:solidFill>
              </a:rPr>
              <a:t>Albert Einstein </a:t>
            </a:r>
            <a:r>
              <a:rPr lang="es-ES" altLang="en-US" sz="2300" kern="0" dirty="0">
                <a:solidFill>
                  <a:srgbClr val="000000"/>
                </a:solidFill>
              </a:rPr>
              <a:t>publica un trabajo que contribuye a explicar el movimiento como múltiples colisiones aleatorias de las moléculas del líquido con los granos de polen. Tal explicación se basa en la teoría cinética molecular de la materia.</a:t>
            </a:r>
          </a:p>
        </p:txBody>
      </p:sp>
    </p:spTree>
    <p:extLst>
      <p:ext uri="{BB962C8B-B14F-4D97-AF65-F5344CB8AC3E}">
        <p14:creationId xmlns:p14="http://schemas.microsoft.com/office/powerpoint/2010/main" val="3090498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A9C4E8-581A-4E73-B27B-71D0BD093319}"/>
              </a:ext>
            </a:extLst>
          </p:cNvPr>
          <p:cNvSpPr>
            <a:spLocks noGrp="1"/>
          </p:cNvSpPr>
          <p:nvPr>
            <p:ph type="sldNum" sz="quarter" idx="10"/>
          </p:nvPr>
        </p:nvSpPr>
        <p:spPr/>
        <p:txBody>
          <a:bodyPr/>
          <a:lstStyle/>
          <a:p>
            <a:pPr>
              <a:defRPr/>
            </a:pPr>
            <a:fld id="{095C3A6C-2EF2-4429-8171-61B701167257}" type="slidenum">
              <a:rPr lang="en-US" altLang="en-US" smtClean="0"/>
              <a:pPr>
                <a:defRPr/>
              </a:pPr>
              <a:t>9</a:t>
            </a:fld>
            <a:endParaRPr lang="en-US" altLang="en-US"/>
          </a:p>
        </p:txBody>
      </p:sp>
      <p:sp>
        <p:nvSpPr>
          <p:cNvPr id="3" name="Rectangle 2">
            <a:extLst>
              <a:ext uri="{FF2B5EF4-FFF2-40B4-BE49-F238E27FC236}">
                <a16:creationId xmlns:a16="http://schemas.microsoft.com/office/drawing/2014/main" id="{2C5010B1-A23D-46C3-A2F0-4934E81DD0DA}"/>
              </a:ext>
            </a:extLst>
          </p:cNvPr>
          <p:cNvSpPr txBox="1">
            <a:spLocks noChangeArrowheads="1"/>
          </p:cNvSpPr>
          <p:nvPr/>
        </p:nvSpPr>
        <p:spPr bwMode="auto">
          <a:xfrm>
            <a:off x="2438401" y="0"/>
            <a:ext cx="7381875"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ctr" anchorCtr="0" compatLnSpc="1">
            <a:prstTxWarp prst="textNoShape">
              <a:avLst/>
            </a:prstTxWarp>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defTabSz="4572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200" kern="0" dirty="0" err="1">
                <a:solidFill>
                  <a:srgbClr val="000000"/>
                </a:solidFill>
              </a:rPr>
              <a:t>Movimiento</a:t>
            </a:r>
            <a:r>
              <a:rPr lang="en-GB" altLang="en-US" sz="3200" kern="0" dirty="0">
                <a:solidFill>
                  <a:srgbClr val="000000"/>
                </a:solidFill>
              </a:rPr>
              <a:t> </a:t>
            </a:r>
            <a:r>
              <a:rPr lang="en-GB" altLang="en-US" sz="3200" kern="0" dirty="0" err="1">
                <a:solidFill>
                  <a:srgbClr val="000000"/>
                </a:solidFill>
              </a:rPr>
              <a:t>Browniano</a:t>
            </a:r>
            <a:r>
              <a:rPr lang="en-GB" altLang="en-US" sz="3200" kern="0" dirty="0">
                <a:solidFill>
                  <a:srgbClr val="000000"/>
                </a:solidFill>
              </a:rPr>
              <a:t> – </a:t>
            </a:r>
            <a:r>
              <a:rPr lang="en-GB" altLang="en-US" sz="3200" kern="0" dirty="0" err="1">
                <a:solidFill>
                  <a:srgbClr val="000000"/>
                </a:solidFill>
              </a:rPr>
              <a:t>historia</a:t>
            </a:r>
            <a:r>
              <a:rPr lang="en-GB" altLang="en-US" sz="3200" kern="0" dirty="0">
                <a:solidFill>
                  <a:srgbClr val="000000"/>
                </a:solidFill>
              </a:rPr>
              <a:t> (2/3)</a:t>
            </a:r>
          </a:p>
        </p:txBody>
      </p:sp>
      <p:sp>
        <p:nvSpPr>
          <p:cNvPr id="5" name="Rectangle 3">
            <a:extLst>
              <a:ext uri="{FF2B5EF4-FFF2-40B4-BE49-F238E27FC236}">
                <a16:creationId xmlns:a16="http://schemas.microsoft.com/office/drawing/2014/main" id="{783F8FDA-144E-4BCA-A2A8-81771A52A97F}"/>
              </a:ext>
            </a:extLst>
          </p:cNvPr>
          <p:cNvSpPr txBox="1">
            <a:spLocks noChangeArrowheads="1"/>
          </p:cNvSpPr>
          <p:nvPr/>
        </p:nvSpPr>
        <p:spPr bwMode="auto">
          <a:xfrm>
            <a:off x="1847850" y="1125538"/>
            <a:ext cx="84582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Char char="•"/>
              <a:defRPr sz="3200">
                <a:solidFill>
                  <a:srgbClr val="4D4D4D"/>
                </a:solidFill>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Wingdings" panose="05000000000000000000" pitchFamily="2" charset="2"/>
              <a:buChar char="Ø"/>
              <a:defRPr sz="2800">
                <a:solidFill>
                  <a:srgbClr val="4D4D4D"/>
                </a:solidFill>
                <a:latin typeface="+mn-lt"/>
              </a:defRPr>
            </a:lvl2pPr>
            <a:lvl3pPr marL="1085850" indent="-228600" algn="l" rtl="0" eaLnBrk="0" fontAlgn="base" hangingPunct="0">
              <a:spcBef>
                <a:spcPct val="20000"/>
              </a:spcBef>
              <a:spcAft>
                <a:spcPct val="0"/>
              </a:spcAft>
              <a:buClr>
                <a:schemeClr val="folHlink"/>
              </a:buClr>
              <a:buSzPct val="75000"/>
              <a:buFont typeface="Wingdings" panose="05000000000000000000" pitchFamily="2" charset="2"/>
              <a:buChar char="w"/>
              <a:defRPr sz="2400">
                <a:solidFill>
                  <a:srgbClr val="4D4D4D"/>
                </a:solidFill>
                <a:latin typeface="+mn-lt"/>
              </a:defRPr>
            </a:lvl3pPr>
            <a:lvl4pPr marL="1428750" indent="-228600" algn="l" rtl="0" eaLnBrk="0" fontAlgn="base" hangingPunct="0">
              <a:spcBef>
                <a:spcPct val="20000"/>
              </a:spcBef>
              <a:spcAft>
                <a:spcPct val="0"/>
              </a:spcAft>
              <a:buClr>
                <a:schemeClr val="folHlink"/>
              </a:buClr>
              <a:buSzPct val="75000"/>
              <a:buFont typeface="Wingdings" panose="05000000000000000000" pitchFamily="2" charset="2"/>
              <a:buChar char="§"/>
              <a:defRPr sz="2000">
                <a:solidFill>
                  <a:srgbClr val="4D4D4D"/>
                </a:solidFill>
                <a:latin typeface="+mn-lt"/>
              </a:defRPr>
            </a:lvl4pPr>
            <a:lvl5pPr marL="1771650" indent="-228600" algn="l" rtl="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mn-lt"/>
              </a:defRPr>
            </a:lvl5pPr>
            <a:lvl6pPr marL="22288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6pPr>
            <a:lvl7pPr marL="26860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7pPr>
            <a:lvl8pPr marL="31432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8pPr>
            <a:lvl9pPr marL="36004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9pPr>
          </a:lstStyle>
          <a:p>
            <a:endParaRPr lang="es-ES" sz="2300" b="1" dirty="0">
              <a:solidFill>
                <a:srgbClr val="000000"/>
              </a:solidFill>
            </a:endParaRPr>
          </a:p>
          <a:p>
            <a:r>
              <a:rPr lang="es-ES" sz="2300" b="1" dirty="0">
                <a:solidFill>
                  <a:srgbClr val="000000"/>
                </a:solidFill>
              </a:rPr>
              <a:t>1923</a:t>
            </a:r>
            <a:r>
              <a:rPr lang="es-ES" sz="2300" dirty="0">
                <a:solidFill>
                  <a:srgbClr val="000000"/>
                </a:solidFill>
              </a:rPr>
              <a:t> – El matemático </a:t>
            </a:r>
            <a:r>
              <a:rPr lang="es-ES" sz="2300" b="1" dirty="0">
                <a:solidFill>
                  <a:schemeClr val="tx1">
                    <a:lumMod val="60000"/>
                    <a:lumOff val="40000"/>
                  </a:schemeClr>
                </a:solidFill>
              </a:rPr>
              <a:t>Norbert Wiener </a:t>
            </a:r>
            <a:r>
              <a:rPr lang="es-ES" sz="2300" dirty="0">
                <a:solidFill>
                  <a:srgbClr val="000000"/>
                </a:solidFill>
              </a:rPr>
              <a:t>formaliza matemáticamente el movimiento browniano, siendo el primero en dar una construcción formal </a:t>
            </a:r>
            <a:r>
              <a:rPr lang="en-US" sz="2300" dirty="0">
                <a:solidFill>
                  <a:srgbClr val="000000"/>
                </a:solidFill>
              </a:rPr>
              <a:t>del </a:t>
            </a:r>
            <a:r>
              <a:rPr lang="en-US" sz="2300" dirty="0" err="1">
                <a:solidFill>
                  <a:srgbClr val="000000"/>
                </a:solidFill>
              </a:rPr>
              <a:t>mismo</a:t>
            </a:r>
            <a:r>
              <a:rPr lang="en-US" sz="2300" dirty="0">
                <a:solidFill>
                  <a:srgbClr val="000000"/>
                </a:solidFill>
              </a:rPr>
              <a:t>.</a:t>
            </a:r>
          </a:p>
          <a:p>
            <a:endParaRPr lang="en-US" sz="2300" dirty="0">
              <a:solidFill>
                <a:srgbClr val="000000"/>
              </a:solidFill>
            </a:endParaRPr>
          </a:p>
          <a:p>
            <a:r>
              <a:rPr lang="es-ES" sz="2300" b="1" dirty="0">
                <a:solidFill>
                  <a:srgbClr val="000000"/>
                </a:solidFill>
              </a:rPr>
              <a:t>1943</a:t>
            </a:r>
            <a:r>
              <a:rPr lang="es-ES" sz="2300" dirty="0">
                <a:solidFill>
                  <a:srgbClr val="000000"/>
                </a:solidFill>
              </a:rPr>
              <a:t> - </a:t>
            </a:r>
            <a:r>
              <a:rPr lang="es-ES" sz="2300" b="1" dirty="0" err="1">
                <a:solidFill>
                  <a:schemeClr val="tx1">
                    <a:lumMod val="60000"/>
                    <a:lumOff val="40000"/>
                  </a:schemeClr>
                </a:solidFill>
              </a:rPr>
              <a:t>It</a:t>
            </a:r>
            <a:r>
              <a:rPr lang="en-US" sz="2300" b="1" dirty="0">
                <a:solidFill>
                  <a:schemeClr val="tx1">
                    <a:lumMod val="60000"/>
                    <a:lumOff val="40000"/>
                  </a:schemeClr>
                </a:solidFill>
              </a:rPr>
              <a:t>ô</a:t>
            </a:r>
            <a:r>
              <a:rPr lang="es-ES" sz="2300" dirty="0">
                <a:solidFill>
                  <a:srgbClr val="000000"/>
                </a:solidFill>
              </a:rPr>
              <a:t> desarrolla el calculo estocástico y la teoría de integrales </a:t>
            </a:r>
            <a:r>
              <a:rPr lang="en-US" sz="2300" dirty="0" err="1">
                <a:solidFill>
                  <a:srgbClr val="000000"/>
                </a:solidFill>
              </a:rPr>
              <a:t>estocasticas</a:t>
            </a:r>
            <a:endParaRPr lang="en-US" sz="2300" dirty="0">
              <a:solidFill>
                <a:srgbClr val="000000"/>
              </a:solidFill>
            </a:endParaRPr>
          </a:p>
          <a:p>
            <a:endParaRPr lang="es-ES" sz="2300" dirty="0">
              <a:solidFill>
                <a:srgbClr val="000000"/>
              </a:solidFill>
            </a:endParaRPr>
          </a:p>
          <a:p>
            <a:r>
              <a:rPr lang="es-ES" sz="2300" b="1" dirty="0">
                <a:solidFill>
                  <a:srgbClr val="000000"/>
                </a:solidFill>
              </a:rPr>
              <a:t>1965</a:t>
            </a:r>
            <a:r>
              <a:rPr lang="es-ES" sz="2300" dirty="0">
                <a:solidFill>
                  <a:srgbClr val="000000"/>
                </a:solidFill>
              </a:rPr>
              <a:t> - </a:t>
            </a:r>
            <a:r>
              <a:rPr lang="es-ES" sz="2300" b="1" dirty="0">
                <a:solidFill>
                  <a:schemeClr val="tx1">
                    <a:lumMod val="60000"/>
                    <a:lumOff val="40000"/>
                  </a:schemeClr>
                </a:solidFill>
              </a:rPr>
              <a:t>Samuelson </a:t>
            </a:r>
            <a:r>
              <a:rPr lang="es-ES" sz="2300" dirty="0">
                <a:solidFill>
                  <a:srgbClr val="000000"/>
                </a:solidFill>
              </a:rPr>
              <a:t>agrega un ingrediente al modelo de </a:t>
            </a:r>
            <a:r>
              <a:rPr lang="es-ES" sz="2300" dirty="0" err="1">
                <a:solidFill>
                  <a:srgbClr val="000000"/>
                </a:solidFill>
              </a:rPr>
              <a:t>Bachelier</a:t>
            </a:r>
            <a:r>
              <a:rPr lang="es-ES" sz="2300" dirty="0">
                <a:solidFill>
                  <a:srgbClr val="000000"/>
                </a:solidFill>
              </a:rPr>
              <a:t> y propone que son en realidad los retornos de los activos, y no sus precios, los que siguen un movimiento browniano con </a:t>
            </a:r>
            <a:r>
              <a:rPr lang="es-ES" sz="2300" dirty="0" err="1">
                <a:solidFill>
                  <a:srgbClr val="000000"/>
                </a:solidFill>
              </a:rPr>
              <a:t>drift</a:t>
            </a:r>
            <a:r>
              <a:rPr lang="es-ES" sz="2300" dirty="0">
                <a:solidFill>
                  <a:srgbClr val="000000"/>
                </a:solidFill>
              </a:rPr>
              <a:t> </a:t>
            </a:r>
          </a:p>
        </p:txBody>
      </p:sp>
    </p:spTree>
    <p:extLst>
      <p:ext uri="{BB962C8B-B14F-4D97-AF65-F5344CB8AC3E}">
        <p14:creationId xmlns:p14="http://schemas.microsoft.com/office/powerpoint/2010/main" val="2513387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A9C4E8-581A-4E73-B27B-71D0BD093319}"/>
              </a:ext>
            </a:extLst>
          </p:cNvPr>
          <p:cNvSpPr>
            <a:spLocks noGrp="1"/>
          </p:cNvSpPr>
          <p:nvPr>
            <p:ph type="sldNum" sz="quarter" idx="10"/>
          </p:nvPr>
        </p:nvSpPr>
        <p:spPr/>
        <p:txBody>
          <a:bodyPr/>
          <a:lstStyle/>
          <a:p>
            <a:pPr>
              <a:defRPr/>
            </a:pPr>
            <a:fld id="{095C3A6C-2EF2-4429-8171-61B701167257}" type="slidenum">
              <a:rPr lang="en-US" altLang="en-US" smtClean="0"/>
              <a:pPr>
                <a:defRPr/>
              </a:pPr>
              <a:t>10</a:t>
            </a:fld>
            <a:endParaRPr lang="en-US" altLang="en-US"/>
          </a:p>
        </p:txBody>
      </p:sp>
      <p:sp>
        <p:nvSpPr>
          <p:cNvPr id="3" name="Rectangle 2">
            <a:extLst>
              <a:ext uri="{FF2B5EF4-FFF2-40B4-BE49-F238E27FC236}">
                <a16:creationId xmlns:a16="http://schemas.microsoft.com/office/drawing/2014/main" id="{2C5010B1-A23D-46C3-A2F0-4934E81DD0DA}"/>
              </a:ext>
            </a:extLst>
          </p:cNvPr>
          <p:cNvSpPr txBox="1">
            <a:spLocks noChangeArrowheads="1"/>
          </p:cNvSpPr>
          <p:nvPr/>
        </p:nvSpPr>
        <p:spPr bwMode="auto">
          <a:xfrm>
            <a:off x="2438401" y="0"/>
            <a:ext cx="7381875"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ctr" anchorCtr="0" compatLnSpc="1">
            <a:prstTxWarp prst="textNoShape">
              <a:avLst/>
            </a:prstTxWarp>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defTabSz="4572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200" kern="0" dirty="0" err="1">
                <a:solidFill>
                  <a:srgbClr val="000000"/>
                </a:solidFill>
              </a:rPr>
              <a:t>Movimiento</a:t>
            </a:r>
            <a:r>
              <a:rPr lang="en-GB" altLang="en-US" sz="3200" kern="0" dirty="0">
                <a:solidFill>
                  <a:srgbClr val="000000"/>
                </a:solidFill>
              </a:rPr>
              <a:t> </a:t>
            </a:r>
            <a:r>
              <a:rPr lang="en-GB" altLang="en-US" sz="3200" kern="0" dirty="0" err="1">
                <a:solidFill>
                  <a:srgbClr val="000000"/>
                </a:solidFill>
              </a:rPr>
              <a:t>Browniano</a:t>
            </a:r>
            <a:r>
              <a:rPr lang="en-GB" altLang="en-US" sz="3200" kern="0" dirty="0">
                <a:solidFill>
                  <a:srgbClr val="000000"/>
                </a:solidFill>
              </a:rPr>
              <a:t> – </a:t>
            </a:r>
            <a:r>
              <a:rPr lang="en-GB" altLang="en-US" sz="3200" kern="0" dirty="0" err="1">
                <a:solidFill>
                  <a:srgbClr val="000000"/>
                </a:solidFill>
              </a:rPr>
              <a:t>historia</a:t>
            </a:r>
            <a:r>
              <a:rPr lang="en-GB" altLang="en-US" sz="3200" kern="0" dirty="0">
                <a:solidFill>
                  <a:srgbClr val="000000"/>
                </a:solidFill>
              </a:rPr>
              <a:t> (3/3)</a:t>
            </a:r>
          </a:p>
        </p:txBody>
      </p:sp>
      <p:sp>
        <p:nvSpPr>
          <p:cNvPr id="5" name="Rectangle 3">
            <a:extLst>
              <a:ext uri="{FF2B5EF4-FFF2-40B4-BE49-F238E27FC236}">
                <a16:creationId xmlns:a16="http://schemas.microsoft.com/office/drawing/2014/main" id="{783F8FDA-144E-4BCA-A2A8-81771A52A97F}"/>
              </a:ext>
            </a:extLst>
          </p:cNvPr>
          <p:cNvSpPr txBox="1">
            <a:spLocks noChangeArrowheads="1"/>
          </p:cNvSpPr>
          <p:nvPr/>
        </p:nvSpPr>
        <p:spPr bwMode="auto">
          <a:xfrm>
            <a:off x="1847850" y="1125538"/>
            <a:ext cx="84582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Char char="•"/>
              <a:defRPr sz="3200">
                <a:solidFill>
                  <a:srgbClr val="4D4D4D"/>
                </a:solidFill>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Wingdings" panose="05000000000000000000" pitchFamily="2" charset="2"/>
              <a:buChar char="Ø"/>
              <a:defRPr sz="2800">
                <a:solidFill>
                  <a:srgbClr val="4D4D4D"/>
                </a:solidFill>
                <a:latin typeface="+mn-lt"/>
              </a:defRPr>
            </a:lvl2pPr>
            <a:lvl3pPr marL="1085850" indent="-228600" algn="l" rtl="0" eaLnBrk="0" fontAlgn="base" hangingPunct="0">
              <a:spcBef>
                <a:spcPct val="20000"/>
              </a:spcBef>
              <a:spcAft>
                <a:spcPct val="0"/>
              </a:spcAft>
              <a:buClr>
                <a:schemeClr val="folHlink"/>
              </a:buClr>
              <a:buSzPct val="75000"/>
              <a:buFont typeface="Wingdings" panose="05000000000000000000" pitchFamily="2" charset="2"/>
              <a:buChar char="w"/>
              <a:defRPr sz="2400">
                <a:solidFill>
                  <a:srgbClr val="4D4D4D"/>
                </a:solidFill>
                <a:latin typeface="+mn-lt"/>
              </a:defRPr>
            </a:lvl3pPr>
            <a:lvl4pPr marL="1428750" indent="-228600" algn="l" rtl="0" eaLnBrk="0" fontAlgn="base" hangingPunct="0">
              <a:spcBef>
                <a:spcPct val="20000"/>
              </a:spcBef>
              <a:spcAft>
                <a:spcPct val="0"/>
              </a:spcAft>
              <a:buClr>
                <a:schemeClr val="folHlink"/>
              </a:buClr>
              <a:buSzPct val="75000"/>
              <a:buFont typeface="Wingdings" panose="05000000000000000000" pitchFamily="2" charset="2"/>
              <a:buChar char="§"/>
              <a:defRPr sz="2000">
                <a:solidFill>
                  <a:srgbClr val="4D4D4D"/>
                </a:solidFill>
                <a:latin typeface="+mn-lt"/>
              </a:defRPr>
            </a:lvl4pPr>
            <a:lvl5pPr marL="1771650" indent="-228600" algn="l" rtl="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mn-lt"/>
              </a:defRPr>
            </a:lvl5pPr>
            <a:lvl6pPr marL="22288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6pPr>
            <a:lvl7pPr marL="26860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7pPr>
            <a:lvl8pPr marL="31432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8pPr>
            <a:lvl9pPr marL="36004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9pPr>
          </a:lstStyle>
          <a:p>
            <a:endParaRPr lang="es-ES" sz="2300" dirty="0">
              <a:solidFill>
                <a:srgbClr val="000000"/>
              </a:solidFill>
            </a:endParaRPr>
          </a:p>
          <a:p>
            <a:r>
              <a:rPr lang="es-ES" sz="2300" b="1" dirty="0">
                <a:solidFill>
                  <a:srgbClr val="000000"/>
                </a:solidFill>
              </a:rPr>
              <a:t>1973</a:t>
            </a:r>
            <a:r>
              <a:rPr lang="es-ES" sz="2300" dirty="0">
                <a:solidFill>
                  <a:srgbClr val="000000"/>
                </a:solidFill>
              </a:rPr>
              <a:t> - </a:t>
            </a:r>
            <a:r>
              <a:rPr lang="es-ES" sz="2300" b="1" dirty="0">
                <a:solidFill>
                  <a:schemeClr val="tx1">
                    <a:lumMod val="60000"/>
                    <a:lumOff val="40000"/>
                  </a:schemeClr>
                </a:solidFill>
              </a:rPr>
              <a:t>Black y Scholes</a:t>
            </a:r>
            <a:r>
              <a:rPr lang="es-ES" sz="2300" dirty="0">
                <a:solidFill>
                  <a:srgbClr val="000000"/>
                </a:solidFill>
              </a:rPr>
              <a:t> publican su trabajo sobre opciones, en el que asumiendo el modelo de Samuelson y ausencia de oportunidades de arbitraje, llegan a una formula cerrada para el precio de estos contratos. Junto con </a:t>
            </a:r>
            <a:r>
              <a:rPr lang="es-ES" sz="2300" b="1" dirty="0">
                <a:solidFill>
                  <a:schemeClr val="tx1">
                    <a:lumMod val="60000"/>
                    <a:lumOff val="40000"/>
                  </a:schemeClr>
                </a:solidFill>
              </a:rPr>
              <a:t>Merton</a:t>
            </a:r>
            <a:r>
              <a:rPr lang="es-ES" sz="2300" dirty="0">
                <a:solidFill>
                  <a:srgbClr val="000000"/>
                </a:solidFill>
              </a:rPr>
              <a:t>, completan el marco conceptual vigente. </a:t>
            </a:r>
          </a:p>
          <a:p>
            <a:endParaRPr lang="es-ES" sz="2300" dirty="0">
              <a:solidFill>
                <a:srgbClr val="000000"/>
              </a:solidFill>
            </a:endParaRPr>
          </a:p>
          <a:p>
            <a:r>
              <a:rPr lang="es-ES" sz="2300" b="1" dirty="0">
                <a:solidFill>
                  <a:srgbClr val="000000"/>
                </a:solidFill>
              </a:rPr>
              <a:t>1990 – </a:t>
            </a:r>
            <a:r>
              <a:rPr lang="es-ES" sz="2300" b="1" dirty="0">
                <a:solidFill>
                  <a:schemeClr val="tx1">
                    <a:lumMod val="60000"/>
                    <a:lumOff val="40000"/>
                  </a:schemeClr>
                </a:solidFill>
              </a:rPr>
              <a:t>Hull y White </a:t>
            </a:r>
            <a:r>
              <a:rPr lang="es-ES" sz="2300" dirty="0">
                <a:solidFill>
                  <a:srgbClr val="000000"/>
                </a:solidFill>
              </a:rPr>
              <a:t>usan el movimiento browniano para modelar el </a:t>
            </a:r>
            <a:r>
              <a:rPr lang="es-ES" sz="2300" i="1" dirty="0">
                <a:solidFill>
                  <a:srgbClr val="000000"/>
                </a:solidFill>
              </a:rPr>
              <a:t>short </a:t>
            </a:r>
            <a:r>
              <a:rPr lang="es-ES" sz="2300" i="1" dirty="0" err="1">
                <a:solidFill>
                  <a:srgbClr val="000000"/>
                </a:solidFill>
              </a:rPr>
              <a:t>rate</a:t>
            </a:r>
            <a:r>
              <a:rPr lang="es-ES" sz="2300" dirty="0">
                <a:solidFill>
                  <a:srgbClr val="000000"/>
                </a:solidFill>
              </a:rPr>
              <a:t>. Es hoy la piedra fundamental del modelado de derivados de tasa</a:t>
            </a:r>
          </a:p>
          <a:p>
            <a:endParaRPr lang="es-ES" sz="2300" dirty="0">
              <a:solidFill>
                <a:srgbClr val="000000"/>
              </a:solidFill>
            </a:endParaRPr>
          </a:p>
          <a:p>
            <a:r>
              <a:rPr lang="es-ES" sz="2300" b="1" dirty="0">
                <a:solidFill>
                  <a:srgbClr val="000000"/>
                </a:solidFill>
              </a:rPr>
              <a:t>1997</a:t>
            </a:r>
            <a:r>
              <a:rPr lang="es-ES" sz="2300" dirty="0">
                <a:solidFill>
                  <a:srgbClr val="000000"/>
                </a:solidFill>
              </a:rPr>
              <a:t> – </a:t>
            </a:r>
            <a:r>
              <a:rPr lang="es-ES" sz="2300" b="1" dirty="0">
                <a:solidFill>
                  <a:schemeClr val="tx1">
                    <a:lumMod val="60000"/>
                    <a:lumOff val="40000"/>
                  </a:schemeClr>
                </a:solidFill>
              </a:rPr>
              <a:t>Scholes y Merton </a:t>
            </a:r>
            <a:r>
              <a:rPr lang="es-ES" sz="2300" dirty="0">
                <a:solidFill>
                  <a:srgbClr val="000000"/>
                </a:solidFill>
              </a:rPr>
              <a:t>reciben el nobel de Economía</a:t>
            </a:r>
            <a:endParaRPr lang="es-ES" altLang="en-US" sz="2300" kern="0" dirty="0">
              <a:solidFill>
                <a:srgbClr val="000000"/>
              </a:solidFill>
            </a:endParaRPr>
          </a:p>
        </p:txBody>
      </p:sp>
    </p:spTree>
    <p:extLst>
      <p:ext uri="{BB962C8B-B14F-4D97-AF65-F5344CB8AC3E}">
        <p14:creationId xmlns:p14="http://schemas.microsoft.com/office/powerpoint/2010/main" val="3941441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A9C4E8-581A-4E73-B27B-71D0BD093319}"/>
              </a:ext>
            </a:extLst>
          </p:cNvPr>
          <p:cNvSpPr>
            <a:spLocks noGrp="1"/>
          </p:cNvSpPr>
          <p:nvPr>
            <p:ph type="sldNum" sz="quarter" idx="10"/>
          </p:nvPr>
        </p:nvSpPr>
        <p:spPr/>
        <p:txBody>
          <a:bodyPr/>
          <a:lstStyle/>
          <a:p>
            <a:pPr>
              <a:defRPr/>
            </a:pPr>
            <a:fld id="{095C3A6C-2EF2-4429-8171-61B701167257}" type="slidenum">
              <a:rPr lang="en-US" altLang="en-US" smtClean="0"/>
              <a:pPr>
                <a:defRPr/>
              </a:pPr>
              <a:t>11</a:t>
            </a:fld>
            <a:endParaRPr lang="en-US" altLang="en-US"/>
          </a:p>
        </p:txBody>
      </p:sp>
      <p:sp>
        <p:nvSpPr>
          <p:cNvPr id="3" name="Rectangle 2">
            <a:extLst>
              <a:ext uri="{FF2B5EF4-FFF2-40B4-BE49-F238E27FC236}">
                <a16:creationId xmlns:a16="http://schemas.microsoft.com/office/drawing/2014/main" id="{2C5010B1-A23D-46C3-A2F0-4934E81DD0DA}"/>
              </a:ext>
            </a:extLst>
          </p:cNvPr>
          <p:cNvSpPr txBox="1">
            <a:spLocks noChangeArrowheads="1"/>
          </p:cNvSpPr>
          <p:nvPr/>
        </p:nvSpPr>
        <p:spPr bwMode="auto">
          <a:xfrm>
            <a:off x="2438401" y="0"/>
            <a:ext cx="7381875"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ctr" anchorCtr="0" compatLnSpc="1">
            <a:prstTxWarp prst="textNoShape">
              <a:avLst/>
            </a:prstTxWarp>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defTabSz="4572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200" kern="0" dirty="0" err="1">
                <a:solidFill>
                  <a:srgbClr val="000000"/>
                </a:solidFill>
              </a:rPr>
              <a:t>Ecuaciones</a:t>
            </a:r>
            <a:r>
              <a:rPr lang="en-GB" altLang="en-US" sz="3200" kern="0" dirty="0">
                <a:solidFill>
                  <a:srgbClr val="000000"/>
                </a:solidFill>
              </a:rPr>
              <a:t> </a:t>
            </a:r>
            <a:r>
              <a:rPr lang="en-GB" altLang="en-US" sz="3200" kern="0" dirty="0" err="1">
                <a:solidFill>
                  <a:srgbClr val="000000"/>
                </a:solidFill>
              </a:rPr>
              <a:t>Diferenciales</a:t>
            </a:r>
            <a:r>
              <a:rPr lang="en-GB" altLang="en-US" sz="3200" kern="0" dirty="0">
                <a:solidFill>
                  <a:srgbClr val="000000"/>
                </a:solidFill>
              </a:rPr>
              <a:t> </a:t>
            </a:r>
            <a:r>
              <a:rPr lang="en-GB" altLang="en-US" sz="3200" kern="0" dirty="0" err="1">
                <a:solidFill>
                  <a:srgbClr val="000000"/>
                </a:solidFill>
              </a:rPr>
              <a:t>Ordinarias</a:t>
            </a:r>
            <a:endParaRPr lang="en-GB" altLang="en-US" sz="3200" kern="0" dirty="0">
              <a:solidFill>
                <a:srgbClr val="000000"/>
              </a:solidFill>
            </a:endParaRPr>
          </a:p>
        </p:txBody>
      </p:sp>
      <mc:AlternateContent xmlns:mc="http://schemas.openxmlformats.org/markup-compatibility/2006" xmlns:a14="http://schemas.microsoft.com/office/drawing/2010/main">
        <mc:Choice Requires="a14">
          <p:sp>
            <p:nvSpPr>
              <p:cNvPr id="5" name="Rectangle 3">
                <a:extLst>
                  <a:ext uri="{FF2B5EF4-FFF2-40B4-BE49-F238E27FC236}">
                    <a16:creationId xmlns:a16="http://schemas.microsoft.com/office/drawing/2014/main" id="{783F8FDA-144E-4BCA-A2A8-81771A52A97F}"/>
                  </a:ext>
                </a:extLst>
              </p:cNvPr>
              <p:cNvSpPr txBox="1">
                <a:spLocks noChangeArrowheads="1"/>
              </p:cNvSpPr>
              <p:nvPr/>
            </p:nvSpPr>
            <p:spPr bwMode="auto">
              <a:xfrm>
                <a:off x="1847850" y="1125538"/>
                <a:ext cx="8458200" cy="52578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Char char="•"/>
                  <a:defRPr sz="3200">
                    <a:solidFill>
                      <a:srgbClr val="4D4D4D"/>
                    </a:solidFill>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Wingdings" panose="05000000000000000000" pitchFamily="2" charset="2"/>
                  <a:buChar char="Ø"/>
                  <a:defRPr sz="2800">
                    <a:solidFill>
                      <a:srgbClr val="4D4D4D"/>
                    </a:solidFill>
                    <a:latin typeface="+mn-lt"/>
                  </a:defRPr>
                </a:lvl2pPr>
                <a:lvl3pPr marL="1085850" indent="-228600" algn="l" rtl="0" eaLnBrk="0" fontAlgn="base" hangingPunct="0">
                  <a:spcBef>
                    <a:spcPct val="20000"/>
                  </a:spcBef>
                  <a:spcAft>
                    <a:spcPct val="0"/>
                  </a:spcAft>
                  <a:buClr>
                    <a:schemeClr val="folHlink"/>
                  </a:buClr>
                  <a:buSzPct val="75000"/>
                  <a:buFont typeface="Wingdings" panose="05000000000000000000" pitchFamily="2" charset="2"/>
                  <a:buChar char="w"/>
                  <a:defRPr sz="2400">
                    <a:solidFill>
                      <a:srgbClr val="4D4D4D"/>
                    </a:solidFill>
                    <a:latin typeface="+mn-lt"/>
                  </a:defRPr>
                </a:lvl3pPr>
                <a:lvl4pPr marL="1428750" indent="-228600" algn="l" rtl="0" eaLnBrk="0" fontAlgn="base" hangingPunct="0">
                  <a:spcBef>
                    <a:spcPct val="20000"/>
                  </a:spcBef>
                  <a:spcAft>
                    <a:spcPct val="0"/>
                  </a:spcAft>
                  <a:buClr>
                    <a:schemeClr val="folHlink"/>
                  </a:buClr>
                  <a:buSzPct val="75000"/>
                  <a:buFont typeface="Wingdings" panose="05000000000000000000" pitchFamily="2" charset="2"/>
                  <a:buChar char="§"/>
                  <a:defRPr sz="2000">
                    <a:solidFill>
                      <a:srgbClr val="4D4D4D"/>
                    </a:solidFill>
                    <a:latin typeface="+mn-lt"/>
                  </a:defRPr>
                </a:lvl4pPr>
                <a:lvl5pPr marL="1771650" indent="-228600" algn="l" rtl="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mn-lt"/>
                  </a:defRPr>
                </a:lvl5pPr>
                <a:lvl6pPr marL="22288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6pPr>
                <a:lvl7pPr marL="26860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7pPr>
                <a:lvl8pPr marL="31432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8pPr>
                <a:lvl9pPr marL="36004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9pPr>
              </a:lstStyle>
              <a:p>
                <a:pPr marL="0" indent="0">
                  <a:buNone/>
                </a:pPr>
                <a:endParaRPr lang="es-ES" sz="2300" dirty="0">
                  <a:solidFill>
                    <a:srgbClr val="000000"/>
                  </a:solidFill>
                </a:endParaRPr>
              </a:p>
              <a:p>
                <a:pPr marL="0" indent="0">
                  <a:buNone/>
                </a:pPr>
                <a:r>
                  <a:rPr lang="es-ES" sz="2300" dirty="0">
                    <a:solidFill>
                      <a:srgbClr val="000000"/>
                    </a:solidFill>
                  </a:rPr>
                  <a:t>Las </a:t>
                </a:r>
                <a:r>
                  <a:rPr lang="es-ES" sz="2300" b="1" dirty="0">
                    <a:solidFill>
                      <a:schemeClr val="tx1">
                        <a:lumMod val="60000"/>
                        <a:lumOff val="40000"/>
                      </a:schemeClr>
                    </a:solidFill>
                  </a:rPr>
                  <a:t>Ecuaciones Diferenciales Ordinarias </a:t>
                </a:r>
                <a:r>
                  <a:rPr lang="es-ES" sz="2300" dirty="0">
                    <a:solidFill>
                      <a:srgbClr val="000000"/>
                    </a:solidFill>
                  </a:rPr>
                  <a:t>sirven para modelar a la</a:t>
                </a:r>
              </a:p>
              <a:p>
                <a:pPr marL="0" indent="0">
                  <a:buNone/>
                </a:pPr>
                <a:r>
                  <a:rPr lang="es-ES" sz="2300" dirty="0">
                    <a:solidFill>
                      <a:srgbClr val="000000"/>
                    </a:solidFill>
                  </a:rPr>
                  <a:t>dinámica de una trayectoria suave. Por ejemplo:</a:t>
                </a:r>
              </a:p>
              <a:p>
                <a:endParaRPr lang="en-US" sz="2300" dirty="0">
                  <a:solidFill>
                    <a:srgbClr val="000000"/>
                  </a:solidFill>
                </a:endParaRPr>
              </a:p>
              <a:p>
                <a:pPr marL="0" indent="0">
                  <a:buNone/>
                </a:pPr>
                <a14:m>
                  <m:oMathPara xmlns:m="http://schemas.openxmlformats.org/officeDocument/2006/math">
                    <m:oMathParaPr>
                      <m:jc m:val="centerGroup"/>
                    </m:oMathParaPr>
                    <m:oMath xmlns:m="http://schemas.openxmlformats.org/officeDocument/2006/math">
                      <m:f>
                        <m:fPr>
                          <m:ctrlPr>
                            <a:rPr lang="de-DE" sz="2300" i="1" dirty="0">
                              <a:solidFill>
                                <a:srgbClr val="000000"/>
                              </a:solidFill>
                              <a:latin typeface="Cambria Math" panose="02040503050406030204" pitchFamily="18" charset="0"/>
                            </a:rPr>
                          </m:ctrlPr>
                        </m:fPr>
                        <m:num>
                          <m:r>
                            <a:rPr lang="de-DE" sz="2300" i="1" dirty="0">
                              <a:solidFill>
                                <a:srgbClr val="000000"/>
                              </a:solidFill>
                              <a:latin typeface="Cambria Math" panose="02040503050406030204" pitchFamily="18" charset="0"/>
                            </a:rPr>
                            <m:t>𝑑</m:t>
                          </m:r>
                          <m:r>
                            <a:rPr lang="es-AR" sz="2300" i="1" dirty="0">
                              <a:solidFill>
                                <a:srgbClr val="000000"/>
                              </a:solidFill>
                              <a:latin typeface="Cambria Math" panose="02040503050406030204" pitchFamily="18" charset="0"/>
                            </a:rPr>
                            <m:t>𝑓</m:t>
                          </m:r>
                          <m:r>
                            <a:rPr lang="de-DE" sz="2300" i="1" dirty="0">
                              <a:solidFill>
                                <a:srgbClr val="000000"/>
                              </a:solidFill>
                              <a:latin typeface="Cambria Math" panose="02040503050406030204" pitchFamily="18" charset="0"/>
                            </a:rPr>
                            <m:t>(</m:t>
                          </m:r>
                          <m:r>
                            <a:rPr lang="de-DE" sz="2300" i="1" dirty="0">
                              <a:solidFill>
                                <a:srgbClr val="000000"/>
                              </a:solidFill>
                              <a:latin typeface="Cambria Math" panose="02040503050406030204" pitchFamily="18" charset="0"/>
                            </a:rPr>
                            <m:t>𝑡</m:t>
                          </m:r>
                          <m:r>
                            <a:rPr lang="de-DE" sz="2300" i="1" dirty="0">
                              <a:solidFill>
                                <a:srgbClr val="000000"/>
                              </a:solidFill>
                              <a:latin typeface="Cambria Math" panose="02040503050406030204" pitchFamily="18" charset="0"/>
                            </a:rPr>
                            <m:t>)</m:t>
                          </m:r>
                        </m:num>
                        <m:den>
                          <m:r>
                            <a:rPr lang="de-DE" sz="2300" i="1" dirty="0">
                              <a:solidFill>
                                <a:srgbClr val="000000"/>
                              </a:solidFill>
                              <a:latin typeface="Cambria Math" panose="02040503050406030204" pitchFamily="18" charset="0"/>
                            </a:rPr>
                            <m:t>𝑑𝑡</m:t>
                          </m:r>
                          <m:r>
                            <m:rPr>
                              <m:nor/>
                            </m:rPr>
                            <a:rPr lang="de-DE" sz="2300" dirty="0">
                              <a:solidFill>
                                <a:srgbClr val="000000"/>
                              </a:solidFill>
                            </a:rPr>
                            <m:t> </m:t>
                          </m:r>
                        </m:den>
                      </m:f>
                      <m:r>
                        <a:rPr lang="de-DE" sz="2300" i="1" dirty="0">
                          <a:solidFill>
                            <a:srgbClr val="000000"/>
                          </a:solidFill>
                          <a:latin typeface="Cambria Math" panose="02040503050406030204" pitchFamily="18" charset="0"/>
                        </a:rPr>
                        <m:t>= </m:t>
                      </m:r>
                      <m:r>
                        <a:rPr lang="de-DE" sz="2300" i="1" dirty="0">
                          <a:solidFill>
                            <a:srgbClr val="000000"/>
                          </a:solidFill>
                          <a:latin typeface="Cambria Math" panose="02040503050406030204" pitchFamily="18" charset="0"/>
                        </a:rPr>
                        <m:t>𝑟𝑓</m:t>
                      </m:r>
                      <m:d>
                        <m:dPr>
                          <m:ctrlPr>
                            <a:rPr lang="es-AR" sz="2300" i="1" dirty="0">
                              <a:solidFill>
                                <a:srgbClr val="000000"/>
                              </a:solidFill>
                              <a:latin typeface="Cambria Math" panose="02040503050406030204" pitchFamily="18" charset="0"/>
                            </a:rPr>
                          </m:ctrlPr>
                        </m:dPr>
                        <m:e>
                          <m:r>
                            <a:rPr lang="es-AR" sz="2300" i="1" dirty="0">
                              <a:solidFill>
                                <a:srgbClr val="000000"/>
                              </a:solidFill>
                              <a:latin typeface="Cambria Math" panose="02040503050406030204" pitchFamily="18" charset="0"/>
                            </a:rPr>
                            <m:t>𝑡</m:t>
                          </m:r>
                        </m:e>
                      </m:d>
                      <m:r>
                        <a:rPr lang="es-AR" sz="2300" i="1" dirty="0">
                          <a:solidFill>
                            <a:srgbClr val="000000"/>
                          </a:solidFill>
                          <a:latin typeface="Cambria Math" panose="02040503050406030204" pitchFamily="18" charset="0"/>
                        </a:rPr>
                        <m:t>, </m:t>
                      </m:r>
                      <m:r>
                        <a:rPr lang="de-DE" sz="2300" i="1" dirty="0">
                          <a:solidFill>
                            <a:srgbClr val="000000"/>
                          </a:solidFill>
                          <a:latin typeface="Cambria Math" panose="02040503050406030204" pitchFamily="18" charset="0"/>
                        </a:rPr>
                        <m:t> </m:t>
                      </m:r>
                      <m:r>
                        <a:rPr lang="es-AR" sz="2300" i="1" dirty="0">
                          <a:solidFill>
                            <a:srgbClr val="000000"/>
                          </a:solidFill>
                          <a:latin typeface="Cambria Math" panose="02040503050406030204" pitchFamily="18" charset="0"/>
                        </a:rPr>
                        <m:t>𝑓</m:t>
                      </m:r>
                      <m:r>
                        <a:rPr lang="es-AR" sz="2300" i="1" dirty="0">
                          <a:solidFill>
                            <a:srgbClr val="000000"/>
                          </a:solidFill>
                          <a:latin typeface="Cambria Math" panose="02040503050406030204" pitchFamily="18" charset="0"/>
                        </a:rPr>
                        <m:t>(0) =</m:t>
                      </m:r>
                      <m:sSub>
                        <m:sSubPr>
                          <m:ctrlPr>
                            <a:rPr lang="es-AR" sz="2300" i="1" dirty="0">
                              <a:solidFill>
                                <a:srgbClr val="000000"/>
                              </a:solidFill>
                              <a:latin typeface="Cambria Math" panose="02040503050406030204" pitchFamily="18" charset="0"/>
                            </a:rPr>
                          </m:ctrlPr>
                        </m:sSubPr>
                        <m:e>
                          <m:r>
                            <a:rPr lang="es-AR" sz="2300" i="1" dirty="0">
                              <a:solidFill>
                                <a:srgbClr val="000000"/>
                              </a:solidFill>
                              <a:latin typeface="Cambria Math" panose="02040503050406030204" pitchFamily="18" charset="0"/>
                            </a:rPr>
                            <m:t>𝑓</m:t>
                          </m:r>
                        </m:e>
                        <m:sub>
                          <m:r>
                            <a:rPr lang="es-AR" sz="2300" i="1" dirty="0">
                              <a:solidFill>
                                <a:srgbClr val="000000"/>
                              </a:solidFill>
                              <a:latin typeface="Cambria Math" panose="02040503050406030204" pitchFamily="18" charset="0"/>
                            </a:rPr>
                            <m:t>0</m:t>
                          </m:r>
                        </m:sub>
                      </m:sSub>
                    </m:oMath>
                  </m:oMathPara>
                </a14:m>
                <a:endParaRPr lang="en-US" sz="2300" dirty="0">
                  <a:solidFill>
                    <a:srgbClr val="000000"/>
                  </a:solidFill>
                </a:endParaRPr>
              </a:p>
              <a:p>
                <a:pPr marL="0" indent="0">
                  <a:buNone/>
                </a:pPr>
                <a14:m>
                  <m:oMathPara xmlns:m="http://schemas.openxmlformats.org/officeDocument/2006/math">
                    <m:oMathParaPr>
                      <m:jc m:val="centerGroup"/>
                    </m:oMathParaPr>
                    <m:oMath xmlns:m="http://schemas.openxmlformats.org/officeDocument/2006/math">
                      <m:r>
                        <a:rPr lang="de-DE" sz="2300" i="1" dirty="0">
                          <a:solidFill>
                            <a:srgbClr val="000000"/>
                          </a:solidFill>
                          <a:latin typeface="Cambria Math" panose="02040503050406030204" pitchFamily="18" charset="0"/>
                        </a:rPr>
                        <m:t>𝑑</m:t>
                      </m:r>
                      <m:r>
                        <a:rPr lang="es-AR" sz="2300" i="1" dirty="0">
                          <a:solidFill>
                            <a:srgbClr val="000000"/>
                          </a:solidFill>
                          <a:latin typeface="Cambria Math" panose="02040503050406030204" pitchFamily="18" charset="0"/>
                        </a:rPr>
                        <m:t>𝑓</m:t>
                      </m:r>
                      <m:r>
                        <a:rPr lang="de-DE" sz="2300" i="1" dirty="0">
                          <a:solidFill>
                            <a:srgbClr val="000000"/>
                          </a:solidFill>
                          <a:latin typeface="Cambria Math" panose="02040503050406030204" pitchFamily="18" charset="0"/>
                        </a:rPr>
                        <m:t>(</m:t>
                      </m:r>
                      <m:r>
                        <a:rPr lang="de-DE" sz="2300" i="1" dirty="0">
                          <a:solidFill>
                            <a:srgbClr val="000000"/>
                          </a:solidFill>
                          <a:latin typeface="Cambria Math" panose="02040503050406030204" pitchFamily="18" charset="0"/>
                        </a:rPr>
                        <m:t>𝑡</m:t>
                      </m:r>
                      <m:r>
                        <a:rPr lang="de-DE" sz="2300" i="1" dirty="0">
                          <a:solidFill>
                            <a:srgbClr val="000000"/>
                          </a:solidFill>
                          <a:latin typeface="Cambria Math" panose="02040503050406030204" pitchFamily="18" charset="0"/>
                        </a:rPr>
                        <m:t>)= </m:t>
                      </m:r>
                      <m:r>
                        <a:rPr lang="de-DE" sz="2300" i="1" dirty="0">
                          <a:solidFill>
                            <a:srgbClr val="000000"/>
                          </a:solidFill>
                          <a:latin typeface="Cambria Math" panose="02040503050406030204" pitchFamily="18" charset="0"/>
                        </a:rPr>
                        <m:t>𝑟𝑓</m:t>
                      </m:r>
                      <m:r>
                        <a:rPr lang="es-AR" sz="2300" i="1" dirty="0">
                          <a:solidFill>
                            <a:srgbClr val="000000"/>
                          </a:solidFill>
                          <a:latin typeface="Cambria Math" panose="02040503050406030204" pitchFamily="18" charset="0"/>
                        </a:rPr>
                        <m:t>(</m:t>
                      </m:r>
                      <m:r>
                        <a:rPr lang="es-AR" sz="2300" i="1" dirty="0">
                          <a:solidFill>
                            <a:srgbClr val="000000"/>
                          </a:solidFill>
                          <a:latin typeface="Cambria Math" panose="02040503050406030204" pitchFamily="18" charset="0"/>
                        </a:rPr>
                        <m:t>𝑡</m:t>
                      </m:r>
                      <m:r>
                        <a:rPr lang="es-AR" sz="2300" i="1" dirty="0">
                          <a:solidFill>
                            <a:srgbClr val="000000"/>
                          </a:solidFill>
                          <a:latin typeface="Cambria Math" panose="02040503050406030204" pitchFamily="18" charset="0"/>
                        </a:rPr>
                        <m:t>)</m:t>
                      </m:r>
                      <m:r>
                        <a:rPr lang="de-DE" sz="2300" i="1" dirty="0">
                          <a:solidFill>
                            <a:srgbClr val="000000"/>
                          </a:solidFill>
                          <a:latin typeface="Cambria Math" panose="02040503050406030204" pitchFamily="18" charset="0"/>
                        </a:rPr>
                        <m:t>𝑑𝑡</m:t>
                      </m:r>
                      <m:r>
                        <a:rPr lang="es-AR" sz="2300" i="1" dirty="0">
                          <a:solidFill>
                            <a:srgbClr val="000000"/>
                          </a:solidFill>
                          <a:latin typeface="Cambria Math" panose="02040503050406030204" pitchFamily="18" charset="0"/>
                        </a:rPr>
                        <m:t>,</m:t>
                      </m:r>
                      <m:r>
                        <a:rPr lang="de-DE" sz="2300" i="1" dirty="0">
                          <a:solidFill>
                            <a:srgbClr val="000000"/>
                          </a:solidFill>
                          <a:latin typeface="Cambria Math" panose="02040503050406030204" pitchFamily="18" charset="0"/>
                        </a:rPr>
                        <m:t> </m:t>
                      </m:r>
                      <m:r>
                        <a:rPr lang="es-AR" sz="2300" i="1" dirty="0">
                          <a:solidFill>
                            <a:srgbClr val="000000"/>
                          </a:solidFill>
                          <a:latin typeface="Cambria Math" panose="02040503050406030204" pitchFamily="18" charset="0"/>
                        </a:rPr>
                        <m:t> </m:t>
                      </m:r>
                      <m:r>
                        <a:rPr lang="es-AR" sz="2300" i="1" dirty="0">
                          <a:solidFill>
                            <a:srgbClr val="000000"/>
                          </a:solidFill>
                          <a:latin typeface="Cambria Math" panose="02040503050406030204" pitchFamily="18" charset="0"/>
                        </a:rPr>
                        <m:t>𝑓</m:t>
                      </m:r>
                      <m:r>
                        <a:rPr lang="es-AR" sz="2300" i="1" dirty="0">
                          <a:solidFill>
                            <a:srgbClr val="000000"/>
                          </a:solidFill>
                          <a:latin typeface="Cambria Math" panose="02040503050406030204" pitchFamily="18" charset="0"/>
                        </a:rPr>
                        <m:t>(0) =</m:t>
                      </m:r>
                      <m:sSub>
                        <m:sSubPr>
                          <m:ctrlPr>
                            <a:rPr lang="es-AR" sz="2300" i="1" dirty="0">
                              <a:solidFill>
                                <a:srgbClr val="000000"/>
                              </a:solidFill>
                              <a:latin typeface="Cambria Math" panose="02040503050406030204" pitchFamily="18" charset="0"/>
                            </a:rPr>
                          </m:ctrlPr>
                        </m:sSubPr>
                        <m:e>
                          <m:r>
                            <a:rPr lang="es-AR" sz="2300" i="1" dirty="0">
                              <a:solidFill>
                                <a:srgbClr val="000000"/>
                              </a:solidFill>
                              <a:latin typeface="Cambria Math" panose="02040503050406030204" pitchFamily="18" charset="0"/>
                            </a:rPr>
                            <m:t>𝑓</m:t>
                          </m:r>
                        </m:e>
                        <m:sub>
                          <m:r>
                            <a:rPr lang="es-AR" sz="2300" i="1" dirty="0">
                              <a:solidFill>
                                <a:srgbClr val="000000"/>
                              </a:solidFill>
                              <a:latin typeface="Cambria Math" panose="02040503050406030204" pitchFamily="18" charset="0"/>
                            </a:rPr>
                            <m:t>0</m:t>
                          </m:r>
                        </m:sub>
                      </m:sSub>
                    </m:oMath>
                  </m:oMathPara>
                </a14:m>
                <a:endParaRPr lang="en-US" sz="2300" dirty="0">
                  <a:solidFill>
                    <a:srgbClr val="000000"/>
                  </a:solidFill>
                </a:endParaRPr>
              </a:p>
              <a:p>
                <a:pPr marL="0" indent="0">
                  <a:buNone/>
                </a:pPr>
                <a:endParaRPr lang="en-US" sz="2300" dirty="0">
                  <a:solidFill>
                    <a:srgbClr val="000000"/>
                  </a:solidFill>
                </a:endParaRPr>
              </a:p>
              <a:p>
                <a:pPr marL="0" indent="0">
                  <a:buNone/>
                </a:pPr>
                <a:r>
                  <a:rPr lang="es-AR" sz="2300" dirty="0">
                    <a:solidFill>
                      <a:srgbClr val="000000"/>
                    </a:solidFill>
                  </a:rPr>
                  <a:t>Solución: </a:t>
                </a:r>
                <a14:m>
                  <m:oMath xmlns:m="http://schemas.openxmlformats.org/officeDocument/2006/math">
                    <m:r>
                      <a:rPr lang="es-AR" sz="2300" i="1" dirty="0">
                        <a:solidFill>
                          <a:srgbClr val="000000"/>
                        </a:solidFill>
                        <a:latin typeface="Cambria Math" panose="02040503050406030204" pitchFamily="18" charset="0"/>
                      </a:rPr>
                      <m:t>𝑓</m:t>
                    </m:r>
                    <m:r>
                      <a:rPr lang="es-AR" sz="2300" i="1" dirty="0">
                        <a:solidFill>
                          <a:srgbClr val="000000"/>
                        </a:solidFill>
                        <a:latin typeface="Cambria Math" panose="02040503050406030204" pitchFamily="18" charset="0"/>
                      </a:rPr>
                      <m:t>(</m:t>
                    </m:r>
                    <m:r>
                      <a:rPr lang="en-US" sz="2300" i="1" dirty="0">
                        <a:solidFill>
                          <a:srgbClr val="000000"/>
                        </a:solidFill>
                        <a:latin typeface="Cambria Math" panose="02040503050406030204" pitchFamily="18" charset="0"/>
                      </a:rPr>
                      <m:t>𝑡</m:t>
                    </m:r>
                    <m:r>
                      <a:rPr lang="en-US" sz="2300" i="1" dirty="0">
                        <a:solidFill>
                          <a:srgbClr val="000000"/>
                        </a:solidFill>
                        <a:latin typeface="Cambria Math" panose="02040503050406030204" pitchFamily="18" charset="0"/>
                      </a:rPr>
                      <m:t>) =</m:t>
                    </m:r>
                    <m:sSub>
                      <m:sSubPr>
                        <m:ctrlPr>
                          <a:rPr lang="es-AR" sz="2300" i="1" dirty="0">
                            <a:solidFill>
                              <a:srgbClr val="000000"/>
                            </a:solidFill>
                            <a:latin typeface="Cambria Math" panose="02040503050406030204" pitchFamily="18" charset="0"/>
                          </a:rPr>
                        </m:ctrlPr>
                      </m:sSubPr>
                      <m:e>
                        <m:r>
                          <a:rPr lang="es-AR" sz="2300" i="1" dirty="0">
                            <a:solidFill>
                              <a:srgbClr val="000000"/>
                            </a:solidFill>
                            <a:latin typeface="Cambria Math" panose="02040503050406030204" pitchFamily="18" charset="0"/>
                          </a:rPr>
                          <m:t>𝑓</m:t>
                        </m:r>
                      </m:e>
                      <m:sub>
                        <m:r>
                          <a:rPr lang="es-AR" sz="2300" i="1" dirty="0">
                            <a:solidFill>
                              <a:srgbClr val="000000"/>
                            </a:solidFill>
                            <a:latin typeface="Cambria Math" panose="02040503050406030204" pitchFamily="18" charset="0"/>
                          </a:rPr>
                          <m:t>0</m:t>
                        </m:r>
                      </m:sub>
                    </m:sSub>
                    <m:sSup>
                      <m:sSupPr>
                        <m:ctrlPr>
                          <a:rPr lang="es-AR" sz="2300" i="1" dirty="0">
                            <a:solidFill>
                              <a:srgbClr val="000000"/>
                            </a:solidFill>
                            <a:latin typeface="Cambria Math" panose="02040503050406030204" pitchFamily="18" charset="0"/>
                          </a:rPr>
                        </m:ctrlPr>
                      </m:sSupPr>
                      <m:e>
                        <m:r>
                          <a:rPr lang="es-AR" sz="2300" i="1" dirty="0">
                            <a:solidFill>
                              <a:srgbClr val="000000"/>
                            </a:solidFill>
                            <a:latin typeface="Cambria Math" panose="02040503050406030204" pitchFamily="18" charset="0"/>
                          </a:rPr>
                          <m:t>𝑒</m:t>
                        </m:r>
                      </m:e>
                      <m:sup>
                        <m:r>
                          <a:rPr lang="es-AR" sz="2300" i="1" dirty="0">
                            <a:solidFill>
                              <a:srgbClr val="000000"/>
                            </a:solidFill>
                            <a:latin typeface="Cambria Math" panose="02040503050406030204" pitchFamily="18" charset="0"/>
                          </a:rPr>
                          <m:t>𝑟𝑡</m:t>
                        </m:r>
                      </m:sup>
                    </m:sSup>
                  </m:oMath>
                </a14:m>
                <a:endParaRPr lang="en-US" sz="2300" dirty="0">
                  <a:solidFill>
                    <a:srgbClr val="000000"/>
                  </a:solidFill>
                </a:endParaRPr>
              </a:p>
              <a:p>
                <a:pPr marL="0" indent="0">
                  <a:buNone/>
                </a:pPr>
                <a:endParaRPr lang="en-US" sz="2300" dirty="0">
                  <a:solidFill>
                    <a:srgbClr val="000000"/>
                  </a:solidFill>
                </a:endParaRPr>
              </a:p>
              <a:p>
                <a:pPr marL="0" indent="0">
                  <a:buNone/>
                </a:pPr>
                <a:r>
                  <a:rPr lang="es-ES" sz="2300" dirty="0">
                    <a:solidFill>
                      <a:srgbClr val="000000"/>
                    </a:solidFill>
                  </a:rPr>
                  <a:t>¿Que pasa ahora, si lo que queremos modelar tiene un componente estocástico? </a:t>
                </a:r>
                <a:endParaRPr lang="en-US" sz="2300" dirty="0">
                  <a:solidFill>
                    <a:srgbClr val="000000"/>
                  </a:solidFill>
                </a:endParaRPr>
              </a:p>
            </p:txBody>
          </p:sp>
        </mc:Choice>
        <mc:Fallback xmlns="">
          <p:sp>
            <p:nvSpPr>
              <p:cNvPr id="5" name="Rectangle 3">
                <a:extLst>
                  <a:ext uri="{FF2B5EF4-FFF2-40B4-BE49-F238E27FC236}">
                    <a16:creationId xmlns:a16="http://schemas.microsoft.com/office/drawing/2014/main" id="{783F8FDA-144E-4BCA-A2A8-81771A52A97F}"/>
                  </a:ext>
                </a:extLst>
              </p:cNvPr>
              <p:cNvSpPr txBox="1">
                <a:spLocks noRot="1" noChangeAspect="1" noMove="1" noResize="1" noEditPoints="1" noAdjustHandles="1" noChangeArrowheads="1" noChangeShapeType="1" noTextEdit="1"/>
              </p:cNvSpPr>
              <p:nvPr/>
            </p:nvSpPr>
            <p:spPr bwMode="auto">
              <a:xfrm>
                <a:off x="1847850" y="1125538"/>
                <a:ext cx="8458200" cy="5257800"/>
              </a:xfrm>
              <a:prstGeom prst="rect">
                <a:avLst/>
              </a:prstGeom>
              <a:blipFill>
                <a:blip r:embed="rId2"/>
                <a:stretch>
                  <a:fillRect l="-100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4498935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A9C4E8-581A-4E73-B27B-71D0BD093319}"/>
              </a:ext>
            </a:extLst>
          </p:cNvPr>
          <p:cNvSpPr>
            <a:spLocks noGrp="1"/>
          </p:cNvSpPr>
          <p:nvPr>
            <p:ph type="sldNum" sz="quarter" idx="10"/>
          </p:nvPr>
        </p:nvSpPr>
        <p:spPr/>
        <p:txBody>
          <a:bodyPr/>
          <a:lstStyle/>
          <a:p>
            <a:pPr>
              <a:defRPr/>
            </a:pPr>
            <a:fld id="{095C3A6C-2EF2-4429-8171-61B701167257}" type="slidenum">
              <a:rPr lang="en-US" altLang="en-US" smtClean="0"/>
              <a:pPr>
                <a:defRPr/>
              </a:pPr>
              <a:t>12</a:t>
            </a:fld>
            <a:endParaRPr lang="en-US" altLang="en-US"/>
          </a:p>
        </p:txBody>
      </p:sp>
      <p:sp>
        <p:nvSpPr>
          <p:cNvPr id="3" name="Rectangle 2">
            <a:extLst>
              <a:ext uri="{FF2B5EF4-FFF2-40B4-BE49-F238E27FC236}">
                <a16:creationId xmlns:a16="http://schemas.microsoft.com/office/drawing/2014/main" id="{2C5010B1-A23D-46C3-A2F0-4934E81DD0DA}"/>
              </a:ext>
            </a:extLst>
          </p:cNvPr>
          <p:cNvSpPr txBox="1">
            <a:spLocks noChangeArrowheads="1"/>
          </p:cNvSpPr>
          <p:nvPr/>
        </p:nvSpPr>
        <p:spPr bwMode="auto">
          <a:xfrm>
            <a:off x="2438401" y="0"/>
            <a:ext cx="7381875"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ctr" anchorCtr="0" compatLnSpc="1">
            <a:prstTxWarp prst="textNoShape">
              <a:avLst/>
            </a:prstTxWarp>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defTabSz="4572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200" kern="0" dirty="0" err="1">
                <a:solidFill>
                  <a:srgbClr val="000000"/>
                </a:solidFill>
              </a:rPr>
              <a:t>Ecuaciones</a:t>
            </a:r>
            <a:r>
              <a:rPr lang="en-GB" altLang="en-US" sz="3200" kern="0" dirty="0">
                <a:solidFill>
                  <a:srgbClr val="000000"/>
                </a:solidFill>
              </a:rPr>
              <a:t> </a:t>
            </a:r>
            <a:r>
              <a:rPr lang="en-GB" altLang="en-US" sz="3200" kern="0" dirty="0" err="1">
                <a:solidFill>
                  <a:srgbClr val="000000"/>
                </a:solidFill>
              </a:rPr>
              <a:t>Diferenciales</a:t>
            </a:r>
            <a:r>
              <a:rPr lang="en-GB" altLang="en-US" sz="3200" kern="0" dirty="0">
                <a:solidFill>
                  <a:srgbClr val="000000"/>
                </a:solidFill>
              </a:rPr>
              <a:t> </a:t>
            </a:r>
            <a:r>
              <a:rPr lang="en-GB" altLang="en-US" sz="3200" kern="0" dirty="0" err="1">
                <a:solidFill>
                  <a:srgbClr val="000000"/>
                </a:solidFill>
              </a:rPr>
              <a:t>Estocásticas</a:t>
            </a:r>
            <a:endParaRPr lang="en-GB" altLang="en-US" sz="3200" kern="0" dirty="0">
              <a:solidFill>
                <a:srgbClr val="000000"/>
              </a:solidFill>
            </a:endParaRPr>
          </a:p>
        </p:txBody>
      </p:sp>
      <mc:AlternateContent xmlns:mc="http://schemas.openxmlformats.org/markup-compatibility/2006" xmlns:a14="http://schemas.microsoft.com/office/drawing/2010/main">
        <mc:Choice Requires="a14">
          <p:sp>
            <p:nvSpPr>
              <p:cNvPr id="5" name="Rectangle 3">
                <a:extLst>
                  <a:ext uri="{FF2B5EF4-FFF2-40B4-BE49-F238E27FC236}">
                    <a16:creationId xmlns:a16="http://schemas.microsoft.com/office/drawing/2014/main" id="{783F8FDA-144E-4BCA-A2A8-81771A52A97F}"/>
                  </a:ext>
                </a:extLst>
              </p:cNvPr>
              <p:cNvSpPr txBox="1">
                <a:spLocks noChangeArrowheads="1"/>
              </p:cNvSpPr>
              <p:nvPr/>
            </p:nvSpPr>
            <p:spPr bwMode="auto">
              <a:xfrm>
                <a:off x="1847850" y="1125538"/>
                <a:ext cx="8458200" cy="52578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Char char="•"/>
                  <a:defRPr sz="3200">
                    <a:solidFill>
                      <a:srgbClr val="4D4D4D"/>
                    </a:solidFill>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Wingdings" panose="05000000000000000000" pitchFamily="2" charset="2"/>
                  <a:buChar char="Ø"/>
                  <a:defRPr sz="2800">
                    <a:solidFill>
                      <a:srgbClr val="4D4D4D"/>
                    </a:solidFill>
                    <a:latin typeface="+mn-lt"/>
                  </a:defRPr>
                </a:lvl2pPr>
                <a:lvl3pPr marL="1085850" indent="-228600" algn="l" rtl="0" eaLnBrk="0" fontAlgn="base" hangingPunct="0">
                  <a:spcBef>
                    <a:spcPct val="20000"/>
                  </a:spcBef>
                  <a:spcAft>
                    <a:spcPct val="0"/>
                  </a:spcAft>
                  <a:buClr>
                    <a:schemeClr val="folHlink"/>
                  </a:buClr>
                  <a:buSzPct val="75000"/>
                  <a:buFont typeface="Wingdings" panose="05000000000000000000" pitchFamily="2" charset="2"/>
                  <a:buChar char="w"/>
                  <a:defRPr sz="2400">
                    <a:solidFill>
                      <a:srgbClr val="4D4D4D"/>
                    </a:solidFill>
                    <a:latin typeface="+mn-lt"/>
                  </a:defRPr>
                </a:lvl3pPr>
                <a:lvl4pPr marL="1428750" indent="-228600" algn="l" rtl="0" eaLnBrk="0" fontAlgn="base" hangingPunct="0">
                  <a:spcBef>
                    <a:spcPct val="20000"/>
                  </a:spcBef>
                  <a:spcAft>
                    <a:spcPct val="0"/>
                  </a:spcAft>
                  <a:buClr>
                    <a:schemeClr val="folHlink"/>
                  </a:buClr>
                  <a:buSzPct val="75000"/>
                  <a:buFont typeface="Wingdings" panose="05000000000000000000" pitchFamily="2" charset="2"/>
                  <a:buChar char="§"/>
                  <a:defRPr sz="2000">
                    <a:solidFill>
                      <a:srgbClr val="4D4D4D"/>
                    </a:solidFill>
                    <a:latin typeface="+mn-lt"/>
                  </a:defRPr>
                </a:lvl4pPr>
                <a:lvl5pPr marL="1771650" indent="-228600" algn="l" rtl="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mn-lt"/>
                  </a:defRPr>
                </a:lvl5pPr>
                <a:lvl6pPr marL="22288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6pPr>
                <a:lvl7pPr marL="26860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7pPr>
                <a:lvl8pPr marL="31432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8pPr>
                <a:lvl9pPr marL="36004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9pPr>
              </a:lstStyle>
              <a:p>
                <a:endParaRPr lang="es-ES" sz="2300" dirty="0">
                  <a:solidFill>
                    <a:srgbClr val="000000"/>
                  </a:solidFill>
                </a:endParaRPr>
              </a:p>
              <a:p>
                <a:pPr marL="0" indent="0">
                  <a:buNone/>
                </a:pPr>
                <a:r>
                  <a:rPr lang="es-ES" sz="2300" dirty="0">
                    <a:solidFill>
                      <a:srgbClr val="000000"/>
                    </a:solidFill>
                  </a:rPr>
                  <a:t>Ejemplo de </a:t>
                </a:r>
                <a:r>
                  <a:rPr lang="es-ES" sz="2300" b="1" dirty="0">
                    <a:solidFill>
                      <a:schemeClr val="tx1">
                        <a:lumMod val="60000"/>
                        <a:lumOff val="40000"/>
                      </a:schemeClr>
                    </a:solidFill>
                  </a:rPr>
                  <a:t>Ecuación Diferencia Estocástica</a:t>
                </a:r>
                <a:r>
                  <a:rPr lang="es-ES" sz="2300" dirty="0">
                    <a:solidFill>
                      <a:srgbClr val="000000"/>
                    </a:solidFill>
                  </a:rPr>
                  <a:t>:</a:t>
                </a:r>
              </a:p>
              <a:p>
                <a:endParaRPr lang="en-US" sz="2300" dirty="0">
                  <a:solidFill>
                    <a:srgbClr val="000000"/>
                  </a:solidFill>
                </a:endParaRPr>
              </a:p>
              <a:p>
                <a:pPr marL="0" indent="0">
                  <a:buNone/>
                </a:pPr>
                <a14:m>
                  <m:oMathPara xmlns:m="http://schemas.openxmlformats.org/officeDocument/2006/math">
                    <m:oMathParaPr>
                      <m:jc m:val="centerGroup"/>
                    </m:oMathParaPr>
                    <m:oMath xmlns:m="http://schemas.openxmlformats.org/officeDocument/2006/math">
                      <m:r>
                        <a:rPr lang="en-US" sz="2300" i="1" dirty="0">
                          <a:solidFill>
                            <a:srgbClr val="000000"/>
                          </a:solidFill>
                          <a:latin typeface="Cambria Math" panose="02040503050406030204" pitchFamily="18" charset="0"/>
                        </a:rPr>
                        <m:t>𝑑𝑅</m:t>
                      </m:r>
                      <m:d>
                        <m:dPr>
                          <m:ctrlPr>
                            <a:rPr lang="en-US" sz="2300" i="1" dirty="0">
                              <a:solidFill>
                                <a:srgbClr val="000000"/>
                              </a:solidFill>
                              <a:latin typeface="Cambria Math" panose="02040503050406030204" pitchFamily="18" charset="0"/>
                            </a:rPr>
                          </m:ctrlPr>
                        </m:dPr>
                        <m:e>
                          <m:r>
                            <a:rPr lang="en-US" sz="2300" i="1" dirty="0">
                              <a:solidFill>
                                <a:srgbClr val="000000"/>
                              </a:solidFill>
                              <a:latin typeface="Cambria Math" panose="02040503050406030204" pitchFamily="18" charset="0"/>
                            </a:rPr>
                            <m:t>𝑡</m:t>
                          </m:r>
                        </m:e>
                      </m:d>
                      <m:r>
                        <a:rPr lang="en-US" sz="2300" i="1" dirty="0">
                          <a:solidFill>
                            <a:srgbClr val="000000"/>
                          </a:solidFill>
                          <a:latin typeface="Cambria Math" panose="02040503050406030204" pitchFamily="18" charset="0"/>
                        </a:rPr>
                        <m:t>=</m:t>
                      </m:r>
                      <m:r>
                        <a:rPr lang="es-AR" sz="2300" i="1" dirty="0">
                          <a:solidFill>
                            <a:srgbClr val="000000"/>
                          </a:solidFill>
                          <a:latin typeface="Cambria Math" panose="02040503050406030204" pitchFamily="18" charset="0"/>
                        </a:rPr>
                        <m:t>𝜎</m:t>
                      </m:r>
                      <m:r>
                        <a:rPr lang="en-US" sz="2300" i="1" dirty="0">
                          <a:solidFill>
                            <a:srgbClr val="000000"/>
                          </a:solidFill>
                          <a:latin typeface="Cambria Math" panose="02040503050406030204" pitchFamily="18" charset="0"/>
                        </a:rPr>
                        <m:t>𝑑𝑊</m:t>
                      </m:r>
                      <m:d>
                        <m:dPr>
                          <m:ctrlPr>
                            <a:rPr lang="en-US" sz="2300" i="1" dirty="0">
                              <a:solidFill>
                                <a:srgbClr val="000000"/>
                              </a:solidFill>
                              <a:latin typeface="Cambria Math" panose="02040503050406030204" pitchFamily="18" charset="0"/>
                            </a:rPr>
                          </m:ctrlPr>
                        </m:dPr>
                        <m:e>
                          <m:r>
                            <a:rPr lang="en-US" sz="2300" i="1" dirty="0">
                              <a:solidFill>
                                <a:srgbClr val="000000"/>
                              </a:solidFill>
                              <a:latin typeface="Cambria Math" panose="02040503050406030204" pitchFamily="18" charset="0"/>
                            </a:rPr>
                            <m:t>𝑡</m:t>
                          </m:r>
                        </m:e>
                      </m:d>
                      <m:r>
                        <a:rPr lang="es-AR" sz="2300" i="1" dirty="0">
                          <a:solidFill>
                            <a:srgbClr val="000000"/>
                          </a:solidFill>
                          <a:latin typeface="Cambria Math" panose="02040503050406030204" pitchFamily="18" charset="0"/>
                        </a:rPr>
                        <m:t>,</m:t>
                      </m:r>
                      <m:r>
                        <a:rPr lang="es-AR" sz="2300" i="1" dirty="0">
                          <a:solidFill>
                            <a:srgbClr val="000000"/>
                          </a:solidFill>
                          <a:latin typeface="Cambria Math" panose="02040503050406030204" pitchFamily="18" charset="0"/>
                        </a:rPr>
                        <m:t>𝑅</m:t>
                      </m:r>
                      <m:d>
                        <m:dPr>
                          <m:ctrlPr>
                            <a:rPr lang="es-AR" sz="2300" i="1" dirty="0">
                              <a:solidFill>
                                <a:srgbClr val="000000"/>
                              </a:solidFill>
                              <a:latin typeface="Cambria Math" panose="02040503050406030204" pitchFamily="18" charset="0"/>
                            </a:rPr>
                          </m:ctrlPr>
                        </m:dPr>
                        <m:e>
                          <m:r>
                            <a:rPr lang="es-AR" sz="2300" i="1" dirty="0">
                              <a:solidFill>
                                <a:srgbClr val="000000"/>
                              </a:solidFill>
                              <a:latin typeface="Cambria Math" panose="02040503050406030204" pitchFamily="18" charset="0"/>
                            </a:rPr>
                            <m:t>0</m:t>
                          </m:r>
                        </m:e>
                      </m:d>
                      <m:r>
                        <a:rPr lang="en-US" sz="2300" i="1" dirty="0">
                          <a:solidFill>
                            <a:srgbClr val="000000"/>
                          </a:solidFill>
                          <a:latin typeface="Cambria Math" panose="02040503050406030204" pitchFamily="18" charset="0"/>
                        </a:rPr>
                        <m:t> =</m:t>
                      </m:r>
                      <m:sSub>
                        <m:sSubPr>
                          <m:ctrlPr>
                            <a:rPr lang="es-AR" sz="2300" i="1" dirty="0">
                              <a:solidFill>
                                <a:srgbClr val="000000"/>
                              </a:solidFill>
                              <a:latin typeface="Cambria Math" panose="02040503050406030204" pitchFamily="18" charset="0"/>
                            </a:rPr>
                          </m:ctrlPr>
                        </m:sSubPr>
                        <m:e>
                          <m:r>
                            <a:rPr lang="es-AR" sz="2300" i="1" dirty="0">
                              <a:solidFill>
                                <a:srgbClr val="000000"/>
                              </a:solidFill>
                              <a:latin typeface="Cambria Math" panose="02040503050406030204" pitchFamily="18" charset="0"/>
                            </a:rPr>
                            <m:t>𝑅</m:t>
                          </m:r>
                        </m:e>
                        <m:sub>
                          <m:r>
                            <a:rPr lang="es-AR" sz="2300" i="1" dirty="0">
                              <a:solidFill>
                                <a:srgbClr val="000000"/>
                              </a:solidFill>
                              <a:latin typeface="Cambria Math" panose="02040503050406030204" pitchFamily="18" charset="0"/>
                            </a:rPr>
                            <m:t>0</m:t>
                          </m:r>
                        </m:sub>
                      </m:sSub>
                    </m:oMath>
                  </m:oMathPara>
                </a14:m>
                <a:endParaRPr lang="en-US" sz="2300" dirty="0">
                  <a:solidFill>
                    <a:srgbClr val="000000"/>
                  </a:solidFill>
                </a:endParaRPr>
              </a:p>
              <a:p>
                <a:pPr marL="0" indent="0">
                  <a:buNone/>
                </a:pPr>
                <a:endParaRPr lang="fr-FR" sz="2300" dirty="0">
                  <a:solidFill>
                    <a:srgbClr val="000000"/>
                  </a:solidFill>
                </a:endParaRPr>
              </a:p>
              <a:p>
                <a:pPr marL="0" indent="0">
                  <a:buNone/>
                </a:pPr>
                <a:r>
                  <a:rPr lang="fr-FR" sz="2300" dirty="0">
                    <a:solidFill>
                      <a:srgbClr val="000000"/>
                    </a:solidFill>
                  </a:rPr>
                  <a:t>En </a:t>
                </a:r>
                <a:r>
                  <a:rPr lang="es-AR" sz="2300" dirty="0">
                    <a:solidFill>
                      <a:srgbClr val="000000"/>
                    </a:solidFill>
                  </a:rPr>
                  <a:t>donde </a:t>
                </a:r>
                <a14:m>
                  <m:oMath xmlns:m="http://schemas.openxmlformats.org/officeDocument/2006/math">
                    <m:r>
                      <a:rPr lang="es-AR" sz="2300" i="1">
                        <a:solidFill>
                          <a:srgbClr val="000000"/>
                        </a:solidFill>
                        <a:latin typeface="Cambria Math" panose="02040503050406030204" pitchFamily="18" charset="0"/>
                      </a:rPr>
                      <m:t>𝑑𝑊</m:t>
                    </m:r>
                    <m:r>
                      <a:rPr lang="es-AR" sz="2300" i="1">
                        <a:solidFill>
                          <a:srgbClr val="000000"/>
                        </a:solidFill>
                        <a:latin typeface="Cambria Math" panose="02040503050406030204" pitchFamily="18" charset="0"/>
                      </a:rPr>
                      <m:t>(</m:t>
                    </m:r>
                    <m:r>
                      <a:rPr lang="es-AR" sz="2300" i="1">
                        <a:solidFill>
                          <a:srgbClr val="000000"/>
                        </a:solidFill>
                        <a:latin typeface="Cambria Math" panose="02040503050406030204" pitchFamily="18" charset="0"/>
                      </a:rPr>
                      <m:t>𝑡</m:t>
                    </m:r>
                    <m:r>
                      <a:rPr lang="es-AR" sz="2300" i="1">
                        <a:solidFill>
                          <a:srgbClr val="000000"/>
                        </a:solidFill>
                        <a:latin typeface="Cambria Math" panose="02040503050406030204" pitchFamily="18" charset="0"/>
                      </a:rPr>
                      <m:t>)</m:t>
                    </m:r>
                  </m:oMath>
                </a14:m>
                <a:r>
                  <a:rPr lang="es-AR" sz="2300" dirty="0">
                    <a:solidFill>
                      <a:srgbClr val="000000"/>
                    </a:solidFill>
                  </a:rPr>
                  <a:t> representara </a:t>
                </a:r>
                <a14:m>
                  <m:oMath xmlns:m="http://schemas.openxmlformats.org/officeDocument/2006/math">
                    <m:r>
                      <a:rPr lang="fr-FR" sz="2300" i="1" dirty="0">
                        <a:solidFill>
                          <a:srgbClr val="000000"/>
                        </a:solidFill>
                        <a:latin typeface="Cambria Math" panose="02040503050406030204" pitchFamily="18" charset="0"/>
                      </a:rPr>
                      <m:t>𝑊</m:t>
                    </m:r>
                    <m:d>
                      <m:dPr>
                        <m:ctrlPr>
                          <a:rPr lang="fr-FR" sz="2300" i="1" dirty="0">
                            <a:solidFill>
                              <a:srgbClr val="000000"/>
                            </a:solidFill>
                            <a:latin typeface="Cambria Math" panose="02040503050406030204" pitchFamily="18" charset="0"/>
                          </a:rPr>
                        </m:ctrlPr>
                      </m:dPr>
                      <m:e>
                        <m:r>
                          <a:rPr lang="fr-FR" sz="2300" i="1" dirty="0">
                            <a:solidFill>
                              <a:srgbClr val="000000"/>
                            </a:solidFill>
                            <a:latin typeface="Cambria Math" panose="02040503050406030204" pitchFamily="18" charset="0"/>
                          </a:rPr>
                          <m:t>𝑡</m:t>
                        </m:r>
                        <m:r>
                          <a:rPr lang="fr-FR" sz="2300" i="1" dirty="0">
                            <a:solidFill>
                              <a:srgbClr val="000000"/>
                            </a:solidFill>
                            <a:latin typeface="Cambria Math" panose="02040503050406030204" pitchFamily="18" charset="0"/>
                          </a:rPr>
                          <m:t> + </m:t>
                        </m:r>
                        <m:r>
                          <a:rPr lang="fr-FR" sz="2300" i="1" dirty="0" err="1">
                            <a:solidFill>
                              <a:srgbClr val="000000"/>
                            </a:solidFill>
                            <a:latin typeface="Cambria Math" panose="02040503050406030204" pitchFamily="18" charset="0"/>
                          </a:rPr>
                          <m:t>𝑑𝑡</m:t>
                        </m:r>
                      </m:e>
                    </m:d>
                    <m:r>
                      <a:rPr lang="es-AR" sz="2300" i="1" dirty="0">
                        <a:solidFill>
                          <a:srgbClr val="000000"/>
                        </a:solidFill>
                        <a:latin typeface="Cambria Math" panose="02040503050406030204" pitchFamily="18" charset="0"/>
                      </a:rPr>
                      <m:t>−</m:t>
                    </m:r>
                    <m:r>
                      <a:rPr lang="fr-FR" sz="2300" i="1" dirty="0">
                        <a:solidFill>
                          <a:srgbClr val="000000"/>
                        </a:solidFill>
                        <a:latin typeface="Cambria Math" panose="02040503050406030204" pitchFamily="18" charset="0"/>
                      </a:rPr>
                      <m:t>𝑊</m:t>
                    </m:r>
                    <m:d>
                      <m:dPr>
                        <m:ctrlPr>
                          <a:rPr lang="fr-FR" sz="2300" i="1" dirty="0">
                            <a:solidFill>
                              <a:srgbClr val="000000"/>
                            </a:solidFill>
                            <a:latin typeface="Cambria Math" panose="02040503050406030204" pitchFamily="18" charset="0"/>
                          </a:rPr>
                        </m:ctrlPr>
                      </m:dPr>
                      <m:e>
                        <m:r>
                          <a:rPr lang="fr-FR" sz="2300" i="1" dirty="0">
                            <a:solidFill>
                              <a:srgbClr val="000000"/>
                            </a:solidFill>
                            <a:latin typeface="Cambria Math" panose="02040503050406030204" pitchFamily="18" charset="0"/>
                          </a:rPr>
                          <m:t>𝑡</m:t>
                        </m:r>
                      </m:e>
                    </m:d>
                    <m:r>
                      <a:rPr lang="es-AR" sz="2300" i="1" dirty="0">
                        <a:solidFill>
                          <a:srgbClr val="000000"/>
                        </a:solidFill>
                        <a:latin typeface="Cambria Math" panose="02040503050406030204" pitchFamily="18" charset="0"/>
                      </a:rPr>
                      <m:t>∼</m:t>
                    </m:r>
                    <m:r>
                      <a:rPr lang="fr-FR" sz="2300" i="1" dirty="0">
                        <a:solidFill>
                          <a:srgbClr val="000000"/>
                        </a:solidFill>
                        <a:latin typeface="Cambria Math" panose="02040503050406030204" pitchFamily="18" charset="0"/>
                      </a:rPr>
                      <m:t> </m:t>
                    </m:r>
                    <m:r>
                      <a:rPr lang="fr-FR" sz="2300" i="1" dirty="0">
                        <a:solidFill>
                          <a:srgbClr val="000000"/>
                        </a:solidFill>
                        <a:latin typeface="Cambria Math" panose="02040503050406030204" pitchFamily="18" charset="0"/>
                      </a:rPr>
                      <m:t>𝑁</m:t>
                    </m:r>
                    <m:d>
                      <m:dPr>
                        <m:ctrlPr>
                          <a:rPr lang="fr-FR" sz="2300" i="1" dirty="0">
                            <a:solidFill>
                              <a:srgbClr val="000000"/>
                            </a:solidFill>
                            <a:latin typeface="Cambria Math" panose="02040503050406030204" pitchFamily="18" charset="0"/>
                          </a:rPr>
                        </m:ctrlPr>
                      </m:dPr>
                      <m:e>
                        <m:r>
                          <a:rPr lang="es-AR" sz="2300" i="1" dirty="0">
                            <a:solidFill>
                              <a:srgbClr val="000000"/>
                            </a:solidFill>
                            <a:latin typeface="Cambria Math" panose="02040503050406030204" pitchFamily="18" charset="0"/>
                          </a:rPr>
                          <m:t>0,</m:t>
                        </m:r>
                        <m:r>
                          <a:rPr lang="fr-FR" sz="2300" i="1" dirty="0">
                            <a:solidFill>
                              <a:srgbClr val="000000"/>
                            </a:solidFill>
                            <a:latin typeface="Cambria Math" panose="02040503050406030204" pitchFamily="18" charset="0"/>
                          </a:rPr>
                          <m:t> </m:t>
                        </m:r>
                        <m:r>
                          <a:rPr lang="fr-FR" sz="2300" i="1" dirty="0" err="1">
                            <a:solidFill>
                              <a:srgbClr val="000000"/>
                            </a:solidFill>
                            <a:latin typeface="Cambria Math" panose="02040503050406030204" pitchFamily="18" charset="0"/>
                          </a:rPr>
                          <m:t>𝑑𝑡</m:t>
                        </m:r>
                      </m:e>
                    </m:d>
                    <m:r>
                      <a:rPr lang="es-AR" sz="2300" i="1" dirty="0">
                        <a:solidFill>
                          <a:srgbClr val="000000"/>
                        </a:solidFill>
                        <a:latin typeface="Cambria Math" panose="02040503050406030204" pitchFamily="18" charset="0"/>
                      </a:rPr>
                      <m:t>.</m:t>
                    </m:r>
                  </m:oMath>
                </a14:m>
                <a:endParaRPr lang="es-AR" sz="2300" dirty="0">
                  <a:solidFill>
                    <a:srgbClr val="000000"/>
                  </a:solidFill>
                </a:endParaRPr>
              </a:p>
              <a:p>
                <a:pPr marL="0" indent="0">
                  <a:buNone/>
                </a:pPr>
                <a:endParaRPr lang="es-AR" sz="2300" dirty="0">
                  <a:solidFill>
                    <a:srgbClr val="000000"/>
                  </a:solidFill>
                </a:endParaRPr>
              </a:p>
              <a:p>
                <a:pPr marL="0" indent="0">
                  <a:buNone/>
                </a:pPr>
                <a:r>
                  <a:rPr lang="es-AR" sz="2300" dirty="0">
                    <a:solidFill>
                      <a:srgbClr val="000000"/>
                    </a:solidFill>
                  </a:rPr>
                  <a:t>Nuestro modelo de precio de un activo cumple la siguiente EDE:</a:t>
                </a:r>
              </a:p>
              <a:p>
                <a:pPr marL="0" indent="0">
                  <a:buNone/>
                </a:pPr>
                <a:endParaRPr lang="es-AR" sz="2300" dirty="0">
                  <a:solidFill>
                    <a:srgbClr val="000000"/>
                  </a:solidFill>
                </a:endParaRPr>
              </a:p>
              <a:p>
                <a:pPr marL="0" indent="0">
                  <a:buNone/>
                </a:pPr>
                <a14:m>
                  <m:oMathPara xmlns:m="http://schemas.openxmlformats.org/officeDocument/2006/math">
                    <m:oMathParaPr>
                      <m:jc m:val="centerGroup"/>
                    </m:oMathParaPr>
                    <m:oMath xmlns:m="http://schemas.openxmlformats.org/officeDocument/2006/math">
                      <m:r>
                        <a:rPr lang="es-ES" altLang="en-US" sz="2300" i="1" kern="0" dirty="0">
                          <a:solidFill>
                            <a:srgbClr val="000000"/>
                          </a:solidFill>
                          <a:latin typeface="Cambria Math" panose="02040503050406030204" pitchFamily="18" charset="0"/>
                        </a:rPr>
                        <m:t>𝑑𝑆</m:t>
                      </m:r>
                      <m:d>
                        <m:dPr>
                          <m:ctrlPr>
                            <a:rPr lang="es-AR" altLang="en-US" sz="2300" i="1" kern="0" dirty="0">
                              <a:solidFill>
                                <a:srgbClr val="000000"/>
                              </a:solidFill>
                              <a:latin typeface="Cambria Math" panose="02040503050406030204" pitchFamily="18" charset="0"/>
                            </a:rPr>
                          </m:ctrlPr>
                        </m:dPr>
                        <m:e>
                          <m:r>
                            <a:rPr lang="es-AR" altLang="en-US" sz="2300" i="1" kern="0" dirty="0">
                              <a:solidFill>
                                <a:srgbClr val="000000"/>
                              </a:solidFill>
                              <a:latin typeface="Cambria Math" panose="02040503050406030204" pitchFamily="18" charset="0"/>
                            </a:rPr>
                            <m:t>𝑡</m:t>
                          </m:r>
                        </m:e>
                      </m:d>
                      <m:r>
                        <a:rPr lang="es-AR" altLang="en-US" sz="2300" i="1" kern="0" dirty="0">
                          <a:solidFill>
                            <a:srgbClr val="000000"/>
                          </a:solidFill>
                          <a:latin typeface="Cambria Math" panose="02040503050406030204" pitchFamily="18" charset="0"/>
                        </a:rPr>
                        <m:t>= </m:t>
                      </m:r>
                      <m:r>
                        <a:rPr lang="es-AR" altLang="en-US" sz="2300" i="1" kern="0" dirty="0">
                          <a:solidFill>
                            <a:srgbClr val="000000"/>
                          </a:solidFill>
                          <a:latin typeface="Cambria Math" panose="02040503050406030204" pitchFamily="18" charset="0"/>
                        </a:rPr>
                        <m:t>𝜇</m:t>
                      </m:r>
                      <m:r>
                        <a:rPr lang="es-AR" altLang="en-US" sz="2300" i="1" kern="0" dirty="0">
                          <a:solidFill>
                            <a:srgbClr val="000000"/>
                          </a:solidFill>
                          <a:latin typeface="Cambria Math" panose="02040503050406030204" pitchFamily="18" charset="0"/>
                        </a:rPr>
                        <m:t>𝑆</m:t>
                      </m:r>
                      <m:d>
                        <m:dPr>
                          <m:ctrlPr>
                            <a:rPr lang="es-ES" altLang="en-US" sz="2300" i="1" kern="0" dirty="0">
                              <a:solidFill>
                                <a:srgbClr val="000000"/>
                              </a:solidFill>
                              <a:latin typeface="Cambria Math" panose="02040503050406030204" pitchFamily="18" charset="0"/>
                            </a:rPr>
                          </m:ctrlPr>
                        </m:dPr>
                        <m:e>
                          <m:r>
                            <a:rPr lang="es-ES" altLang="en-US" sz="2300" i="1" kern="0" dirty="0">
                              <a:solidFill>
                                <a:srgbClr val="000000"/>
                              </a:solidFill>
                              <a:latin typeface="Cambria Math" panose="02040503050406030204" pitchFamily="18" charset="0"/>
                            </a:rPr>
                            <m:t>𝑡</m:t>
                          </m:r>
                        </m:e>
                      </m:d>
                      <m:r>
                        <a:rPr lang="es-ES" altLang="en-US" sz="2300" i="1" kern="0" dirty="0" err="1">
                          <a:solidFill>
                            <a:srgbClr val="000000"/>
                          </a:solidFill>
                          <a:latin typeface="Cambria Math" panose="02040503050406030204" pitchFamily="18" charset="0"/>
                        </a:rPr>
                        <m:t>𝑑𝑡</m:t>
                      </m:r>
                      <m:r>
                        <a:rPr lang="es-ES" altLang="en-US" sz="2300" i="1" kern="0" dirty="0">
                          <a:solidFill>
                            <a:srgbClr val="000000"/>
                          </a:solidFill>
                          <a:latin typeface="Cambria Math" panose="02040503050406030204" pitchFamily="18" charset="0"/>
                        </a:rPr>
                        <m:t> +</m:t>
                      </m:r>
                      <m:r>
                        <a:rPr lang="es-AR" altLang="en-US" sz="2300" i="1" kern="0" dirty="0">
                          <a:solidFill>
                            <a:srgbClr val="000000"/>
                          </a:solidFill>
                          <a:latin typeface="Cambria Math" panose="02040503050406030204" pitchFamily="18" charset="0"/>
                        </a:rPr>
                        <m:t>𝜎</m:t>
                      </m:r>
                      <m:r>
                        <a:rPr lang="es-AR" altLang="en-US" sz="2300" i="1" kern="0" dirty="0">
                          <a:solidFill>
                            <a:srgbClr val="000000"/>
                          </a:solidFill>
                          <a:latin typeface="Cambria Math" panose="02040503050406030204" pitchFamily="18" charset="0"/>
                        </a:rPr>
                        <m:t>𝑆</m:t>
                      </m:r>
                      <m:d>
                        <m:dPr>
                          <m:ctrlPr>
                            <a:rPr lang="es-ES" altLang="en-US" sz="2300" i="1" kern="0" dirty="0">
                              <a:solidFill>
                                <a:srgbClr val="000000"/>
                              </a:solidFill>
                              <a:latin typeface="Cambria Math" panose="02040503050406030204" pitchFamily="18" charset="0"/>
                            </a:rPr>
                          </m:ctrlPr>
                        </m:dPr>
                        <m:e>
                          <m:r>
                            <a:rPr lang="es-ES" altLang="en-US" sz="2300" i="1" kern="0" dirty="0">
                              <a:solidFill>
                                <a:srgbClr val="000000"/>
                              </a:solidFill>
                              <a:latin typeface="Cambria Math" panose="02040503050406030204" pitchFamily="18" charset="0"/>
                            </a:rPr>
                            <m:t>𝑡</m:t>
                          </m:r>
                        </m:e>
                      </m:d>
                      <m:r>
                        <a:rPr lang="es-AR" altLang="en-US" sz="2300" i="1" kern="0" dirty="0">
                          <a:solidFill>
                            <a:srgbClr val="000000"/>
                          </a:solidFill>
                          <a:latin typeface="Cambria Math" panose="02040503050406030204" pitchFamily="18" charset="0"/>
                        </a:rPr>
                        <m:t>𝑑𝑊</m:t>
                      </m:r>
                      <m:d>
                        <m:dPr>
                          <m:ctrlPr>
                            <a:rPr lang="es-AR" altLang="en-US" sz="2300" i="1" kern="0" dirty="0">
                              <a:solidFill>
                                <a:srgbClr val="000000"/>
                              </a:solidFill>
                              <a:latin typeface="Cambria Math" panose="02040503050406030204" pitchFamily="18" charset="0"/>
                            </a:rPr>
                          </m:ctrlPr>
                        </m:dPr>
                        <m:e>
                          <m:r>
                            <a:rPr lang="es-AR" altLang="en-US" sz="2300" i="1" kern="0" dirty="0">
                              <a:solidFill>
                                <a:srgbClr val="000000"/>
                              </a:solidFill>
                              <a:latin typeface="Cambria Math" panose="02040503050406030204" pitchFamily="18" charset="0"/>
                            </a:rPr>
                            <m:t>𝑡</m:t>
                          </m:r>
                        </m:e>
                      </m:d>
                      <m:r>
                        <a:rPr lang="es-AR" altLang="en-US" sz="2300" i="1" kern="0" dirty="0">
                          <a:solidFill>
                            <a:srgbClr val="000000"/>
                          </a:solidFill>
                          <a:latin typeface="Cambria Math" panose="02040503050406030204" pitchFamily="18" charset="0"/>
                        </a:rPr>
                        <m:t>,  </m:t>
                      </m:r>
                      <m:r>
                        <a:rPr lang="es-AR" altLang="en-US" sz="2300" i="1" kern="0" dirty="0">
                          <a:solidFill>
                            <a:srgbClr val="000000"/>
                          </a:solidFill>
                          <a:latin typeface="Cambria Math" panose="02040503050406030204" pitchFamily="18" charset="0"/>
                        </a:rPr>
                        <m:t>𝑆</m:t>
                      </m:r>
                      <m:d>
                        <m:dPr>
                          <m:ctrlPr>
                            <a:rPr lang="es-AR" altLang="en-US" sz="2300" i="1" kern="0" dirty="0">
                              <a:solidFill>
                                <a:srgbClr val="000000"/>
                              </a:solidFill>
                              <a:latin typeface="Cambria Math" panose="02040503050406030204" pitchFamily="18" charset="0"/>
                            </a:rPr>
                          </m:ctrlPr>
                        </m:dPr>
                        <m:e>
                          <m:r>
                            <a:rPr lang="es-AR" altLang="en-US" sz="2300" i="1" kern="0" dirty="0">
                              <a:solidFill>
                                <a:srgbClr val="000000"/>
                              </a:solidFill>
                              <a:latin typeface="Cambria Math" panose="02040503050406030204" pitchFamily="18" charset="0"/>
                            </a:rPr>
                            <m:t>0</m:t>
                          </m:r>
                        </m:e>
                      </m:d>
                      <m:r>
                        <a:rPr lang="es-AR" altLang="en-US" sz="2300" i="1" kern="0" dirty="0">
                          <a:solidFill>
                            <a:srgbClr val="000000"/>
                          </a:solidFill>
                          <a:latin typeface="Cambria Math" panose="02040503050406030204" pitchFamily="18" charset="0"/>
                        </a:rPr>
                        <m:t>=</m:t>
                      </m:r>
                      <m:sSub>
                        <m:sSubPr>
                          <m:ctrlPr>
                            <a:rPr lang="es-AR" altLang="en-US" sz="2300" i="1" kern="0" dirty="0">
                              <a:solidFill>
                                <a:srgbClr val="000000"/>
                              </a:solidFill>
                              <a:latin typeface="Cambria Math" panose="02040503050406030204" pitchFamily="18" charset="0"/>
                            </a:rPr>
                          </m:ctrlPr>
                        </m:sSubPr>
                        <m:e>
                          <m:r>
                            <a:rPr lang="es-AR" altLang="en-US" sz="2300" i="1" kern="0" dirty="0">
                              <a:solidFill>
                                <a:srgbClr val="000000"/>
                              </a:solidFill>
                              <a:latin typeface="Cambria Math" panose="02040503050406030204" pitchFamily="18" charset="0"/>
                            </a:rPr>
                            <m:t>𝑆</m:t>
                          </m:r>
                        </m:e>
                        <m:sub>
                          <m:r>
                            <a:rPr lang="es-AR" altLang="en-US" sz="2300" i="1" kern="0" dirty="0">
                              <a:solidFill>
                                <a:srgbClr val="000000"/>
                              </a:solidFill>
                              <a:latin typeface="Cambria Math" panose="02040503050406030204" pitchFamily="18" charset="0"/>
                            </a:rPr>
                            <m:t>0</m:t>
                          </m:r>
                        </m:sub>
                      </m:sSub>
                    </m:oMath>
                  </m:oMathPara>
                </a14:m>
                <a:endParaRPr lang="es-ES" altLang="en-US" sz="2300" kern="0" dirty="0">
                  <a:solidFill>
                    <a:srgbClr val="000000"/>
                  </a:solidFill>
                </a:endParaRPr>
              </a:p>
              <a:p>
                <a:pPr marL="0" indent="0">
                  <a:buNone/>
                </a:pPr>
                <a:endParaRPr lang="es-AR" sz="2300" dirty="0">
                  <a:solidFill>
                    <a:srgbClr val="000000"/>
                  </a:solidFill>
                </a:endParaRPr>
              </a:p>
              <a:p>
                <a:pPr marL="0" indent="0">
                  <a:buNone/>
                </a:pPr>
                <a:r>
                  <a:rPr lang="es-ES" sz="2300" dirty="0">
                    <a:solidFill>
                      <a:srgbClr val="000000"/>
                    </a:solidFill>
                  </a:rPr>
                  <a:t>Para resolver EDO la herramienta clave era el </a:t>
                </a:r>
                <a:r>
                  <a:rPr lang="es-ES" sz="2300" b="1" dirty="0">
                    <a:solidFill>
                      <a:schemeClr val="tx1">
                        <a:lumMod val="60000"/>
                        <a:lumOff val="40000"/>
                      </a:schemeClr>
                    </a:solidFill>
                  </a:rPr>
                  <a:t>cálculo diferencial</a:t>
                </a:r>
              </a:p>
            </p:txBody>
          </p:sp>
        </mc:Choice>
        <mc:Fallback xmlns="">
          <p:sp>
            <p:nvSpPr>
              <p:cNvPr id="5" name="Rectangle 3">
                <a:extLst>
                  <a:ext uri="{FF2B5EF4-FFF2-40B4-BE49-F238E27FC236}">
                    <a16:creationId xmlns:a16="http://schemas.microsoft.com/office/drawing/2014/main" id="{783F8FDA-144E-4BCA-A2A8-81771A52A97F}"/>
                  </a:ext>
                </a:extLst>
              </p:cNvPr>
              <p:cNvSpPr txBox="1">
                <a:spLocks noRot="1" noChangeAspect="1" noMove="1" noResize="1" noEditPoints="1" noAdjustHandles="1" noChangeArrowheads="1" noChangeShapeType="1" noTextEdit="1"/>
              </p:cNvSpPr>
              <p:nvPr/>
            </p:nvSpPr>
            <p:spPr bwMode="auto">
              <a:xfrm>
                <a:off x="1847850" y="1125538"/>
                <a:ext cx="8458200" cy="5257800"/>
              </a:xfrm>
              <a:prstGeom prst="rect">
                <a:avLst/>
              </a:prstGeom>
              <a:blipFill>
                <a:blip r:embed="rId2"/>
                <a:stretch>
                  <a:fillRect l="-100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858747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A9C4E8-581A-4E73-B27B-71D0BD093319}"/>
              </a:ext>
            </a:extLst>
          </p:cNvPr>
          <p:cNvSpPr>
            <a:spLocks noGrp="1"/>
          </p:cNvSpPr>
          <p:nvPr>
            <p:ph type="sldNum" sz="quarter" idx="10"/>
          </p:nvPr>
        </p:nvSpPr>
        <p:spPr/>
        <p:txBody>
          <a:bodyPr/>
          <a:lstStyle/>
          <a:p>
            <a:pPr>
              <a:defRPr/>
            </a:pPr>
            <a:fld id="{095C3A6C-2EF2-4429-8171-61B701167257}" type="slidenum">
              <a:rPr lang="en-US" altLang="en-US" smtClean="0"/>
              <a:pPr>
                <a:defRPr/>
              </a:pPr>
              <a:t>13</a:t>
            </a:fld>
            <a:endParaRPr lang="en-US" altLang="en-US"/>
          </a:p>
        </p:txBody>
      </p:sp>
      <p:sp>
        <p:nvSpPr>
          <p:cNvPr id="3" name="Rectangle 2">
            <a:extLst>
              <a:ext uri="{FF2B5EF4-FFF2-40B4-BE49-F238E27FC236}">
                <a16:creationId xmlns:a16="http://schemas.microsoft.com/office/drawing/2014/main" id="{2C5010B1-A23D-46C3-A2F0-4934E81DD0DA}"/>
              </a:ext>
            </a:extLst>
          </p:cNvPr>
          <p:cNvSpPr txBox="1">
            <a:spLocks noChangeArrowheads="1"/>
          </p:cNvSpPr>
          <p:nvPr/>
        </p:nvSpPr>
        <p:spPr bwMode="auto">
          <a:xfrm>
            <a:off x="2438401" y="0"/>
            <a:ext cx="7381875"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ctr" anchorCtr="0" compatLnSpc="1">
            <a:prstTxWarp prst="textNoShape">
              <a:avLst/>
            </a:prstTxWarp>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defTabSz="4572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s-AR" altLang="en-US" sz="3200" kern="0" dirty="0">
                <a:solidFill>
                  <a:srgbClr val="000000"/>
                </a:solidFill>
              </a:rPr>
              <a:t>Calculo Diferencial</a:t>
            </a:r>
          </a:p>
        </p:txBody>
      </p:sp>
      <mc:AlternateContent xmlns:mc="http://schemas.openxmlformats.org/markup-compatibility/2006" xmlns:a14="http://schemas.microsoft.com/office/drawing/2010/main">
        <mc:Choice Requires="a14">
          <p:sp>
            <p:nvSpPr>
              <p:cNvPr id="7" name="Rectangle 3">
                <a:extLst>
                  <a:ext uri="{FF2B5EF4-FFF2-40B4-BE49-F238E27FC236}">
                    <a16:creationId xmlns:a16="http://schemas.microsoft.com/office/drawing/2014/main" id="{A67ECC8A-2F46-410C-AE40-D77B0191A397}"/>
                  </a:ext>
                </a:extLst>
              </p:cNvPr>
              <p:cNvSpPr txBox="1">
                <a:spLocks noChangeArrowheads="1"/>
              </p:cNvSpPr>
              <p:nvPr/>
            </p:nvSpPr>
            <p:spPr bwMode="auto">
              <a:xfrm>
                <a:off x="1847850" y="1123528"/>
                <a:ext cx="8458200" cy="52578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Char char="•"/>
                  <a:defRPr sz="3200">
                    <a:solidFill>
                      <a:srgbClr val="4D4D4D"/>
                    </a:solidFill>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Wingdings" panose="05000000000000000000" pitchFamily="2" charset="2"/>
                  <a:buChar char="Ø"/>
                  <a:defRPr sz="2800">
                    <a:solidFill>
                      <a:srgbClr val="4D4D4D"/>
                    </a:solidFill>
                    <a:latin typeface="+mn-lt"/>
                  </a:defRPr>
                </a:lvl2pPr>
                <a:lvl3pPr marL="1085850" indent="-228600" algn="l" rtl="0" eaLnBrk="0" fontAlgn="base" hangingPunct="0">
                  <a:spcBef>
                    <a:spcPct val="20000"/>
                  </a:spcBef>
                  <a:spcAft>
                    <a:spcPct val="0"/>
                  </a:spcAft>
                  <a:buClr>
                    <a:schemeClr val="folHlink"/>
                  </a:buClr>
                  <a:buSzPct val="75000"/>
                  <a:buFont typeface="Wingdings" panose="05000000000000000000" pitchFamily="2" charset="2"/>
                  <a:buChar char="w"/>
                  <a:defRPr sz="2400">
                    <a:solidFill>
                      <a:srgbClr val="4D4D4D"/>
                    </a:solidFill>
                    <a:latin typeface="+mn-lt"/>
                  </a:defRPr>
                </a:lvl3pPr>
                <a:lvl4pPr marL="1428750" indent="-228600" algn="l" rtl="0" eaLnBrk="0" fontAlgn="base" hangingPunct="0">
                  <a:spcBef>
                    <a:spcPct val="20000"/>
                  </a:spcBef>
                  <a:spcAft>
                    <a:spcPct val="0"/>
                  </a:spcAft>
                  <a:buClr>
                    <a:schemeClr val="folHlink"/>
                  </a:buClr>
                  <a:buSzPct val="75000"/>
                  <a:buFont typeface="Wingdings" panose="05000000000000000000" pitchFamily="2" charset="2"/>
                  <a:buChar char="§"/>
                  <a:defRPr sz="2000">
                    <a:solidFill>
                      <a:srgbClr val="4D4D4D"/>
                    </a:solidFill>
                    <a:latin typeface="+mn-lt"/>
                  </a:defRPr>
                </a:lvl4pPr>
                <a:lvl5pPr marL="1771650" indent="-228600" algn="l" rtl="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mn-lt"/>
                  </a:defRPr>
                </a:lvl5pPr>
                <a:lvl6pPr marL="22288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6pPr>
                <a:lvl7pPr marL="26860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7pPr>
                <a:lvl8pPr marL="31432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8pPr>
                <a:lvl9pPr marL="36004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9pPr>
              </a:lstStyle>
              <a:p>
                <a:pPr marL="0" indent="0">
                  <a:buNone/>
                </a:pPr>
                <a:r>
                  <a:rPr lang="es-AR" sz="2300" dirty="0">
                    <a:solidFill>
                      <a:srgbClr val="000000"/>
                    </a:solidFill>
                  </a:rPr>
                  <a:t>Si </a:t>
                </a:r>
                <a14:m>
                  <m:oMath xmlns:m="http://schemas.openxmlformats.org/officeDocument/2006/math">
                    <m:r>
                      <a:rPr lang="es-AR" sz="2300" i="1" dirty="0">
                        <a:solidFill>
                          <a:srgbClr val="000000"/>
                        </a:solidFill>
                        <a:latin typeface="Cambria Math" panose="02040503050406030204" pitchFamily="18" charset="0"/>
                      </a:rPr>
                      <m:t>𝑓</m:t>
                    </m:r>
                    <m:r>
                      <a:rPr lang="es-AR" sz="2300" i="1" dirty="0">
                        <a:solidFill>
                          <a:srgbClr val="000000"/>
                        </a:solidFill>
                        <a:latin typeface="Cambria Math" panose="02040503050406030204" pitchFamily="18" charset="0"/>
                      </a:rPr>
                      <m:t>(</m:t>
                    </m:r>
                    <m:r>
                      <a:rPr lang="es-AR" sz="2300" i="1" dirty="0">
                        <a:solidFill>
                          <a:srgbClr val="000000"/>
                        </a:solidFill>
                        <a:latin typeface="Cambria Math" panose="02040503050406030204" pitchFamily="18" charset="0"/>
                      </a:rPr>
                      <m:t>𝑥</m:t>
                    </m:r>
                    <m:r>
                      <a:rPr lang="es-AR" sz="2300" i="1" dirty="0">
                        <a:solidFill>
                          <a:srgbClr val="000000"/>
                        </a:solidFill>
                        <a:latin typeface="Cambria Math" panose="02040503050406030204" pitchFamily="18" charset="0"/>
                      </a:rPr>
                      <m:t>)</m:t>
                    </m:r>
                  </m:oMath>
                </a14:m>
                <a:r>
                  <a:rPr lang="es-AR" sz="2300" dirty="0">
                    <a:solidFill>
                      <a:srgbClr val="000000"/>
                    </a:solidFill>
                  </a:rPr>
                  <a:t> es una función dos veces derivable de una variable:</a:t>
                </a:r>
              </a:p>
              <a:p>
                <a14:m>
                  <m:oMath xmlns:m="http://schemas.openxmlformats.org/officeDocument/2006/math">
                    <m:r>
                      <a:rPr lang="es-AR" sz="2300" i="1" dirty="0">
                        <a:solidFill>
                          <a:srgbClr val="000000"/>
                        </a:solidFill>
                        <a:latin typeface="Cambria Math" panose="02040503050406030204" pitchFamily="18" charset="0"/>
                      </a:rPr>
                      <m:t>𝑓</m:t>
                    </m:r>
                    <m:d>
                      <m:dPr>
                        <m:ctrlPr>
                          <a:rPr lang="es-AR" sz="2300" i="1" dirty="0">
                            <a:solidFill>
                              <a:srgbClr val="000000"/>
                            </a:solidFill>
                            <a:latin typeface="Cambria Math" panose="02040503050406030204" pitchFamily="18" charset="0"/>
                          </a:rPr>
                        </m:ctrlPr>
                      </m:dPr>
                      <m:e>
                        <m:r>
                          <a:rPr lang="es-AR" sz="2300" i="1" dirty="0">
                            <a:solidFill>
                              <a:srgbClr val="000000"/>
                            </a:solidFill>
                            <a:latin typeface="Cambria Math" panose="02040503050406030204" pitchFamily="18" charset="0"/>
                          </a:rPr>
                          <m:t>𝑥</m:t>
                        </m:r>
                        <m:r>
                          <a:rPr lang="es-AR" sz="2300" i="1" dirty="0">
                            <a:solidFill>
                              <a:srgbClr val="000000"/>
                            </a:solidFill>
                            <a:latin typeface="Cambria Math" panose="02040503050406030204" pitchFamily="18" charset="0"/>
                          </a:rPr>
                          <m:t>+</m:t>
                        </m:r>
                        <m:r>
                          <a:rPr lang="es-AR" sz="2300" i="1" dirty="0">
                            <a:solidFill>
                              <a:srgbClr val="000000"/>
                            </a:solidFill>
                            <a:latin typeface="Cambria Math" panose="02040503050406030204" pitchFamily="18" charset="0"/>
                          </a:rPr>
                          <m:t>𝜀</m:t>
                        </m:r>
                      </m:e>
                    </m:d>
                    <m:r>
                      <a:rPr lang="es-AR" sz="2300" i="1" dirty="0">
                        <a:solidFill>
                          <a:srgbClr val="000000"/>
                        </a:solidFill>
                        <a:latin typeface="Cambria Math" panose="02040503050406030204" pitchFamily="18" charset="0"/>
                      </a:rPr>
                      <m:t>−</m:t>
                    </m:r>
                    <m:r>
                      <a:rPr lang="es-AR" sz="2300" i="1" dirty="0">
                        <a:solidFill>
                          <a:srgbClr val="000000"/>
                        </a:solidFill>
                        <a:latin typeface="Cambria Math" panose="02040503050406030204" pitchFamily="18" charset="0"/>
                      </a:rPr>
                      <m:t>𝑓</m:t>
                    </m:r>
                    <m:d>
                      <m:dPr>
                        <m:ctrlPr>
                          <a:rPr lang="es-AR" sz="2300" i="1" dirty="0">
                            <a:solidFill>
                              <a:srgbClr val="000000"/>
                            </a:solidFill>
                            <a:latin typeface="Cambria Math" panose="02040503050406030204" pitchFamily="18" charset="0"/>
                          </a:rPr>
                        </m:ctrlPr>
                      </m:dPr>
                      <m:e>
                        <m:r>
                          <a:rPr lang="es-AR" sz="2300" i="1" dirty="0">
                            <a:solidFill>
                              <a:srgbClr val="000000"/>
                            </a:solidFill>
                            <a:latin typeface="Cambria Math" panose="02040503050406030204" pitchFamily="18" charset="0"/>
                          </a:rPr>
                          <m:t>𝑥</m:t>
                        </m:r>
                      </m:e>
                    </m:d>
                    <m:r>
                      <a:rPr lang="es-AR" sz="2300" i="1" dirty="0">
                        <a:solidFill>
                          <a:srgbClr val="000000"/>
                        </a:solidFill>
                        <a:latin typeface="Cambria Math" panose="02040503050406030204" pitchFamily="18" charset="0"/>
                      </a:rPr>
                      <m:t>=</m:t>
                    </m:r>
                    <m:r>
                      <a:rPr lang="es-AR" sz="2300" i="1" dirty="0">
                        <a:solidFill>
                          <a:srgbClr val="000000"/>
                        </a:solidFill>
                        <a:latin typeface="Cambria Math" panose="02040503050406030204" pitchFamily="18" charset="0"/>
                      </a:rPr>
                      <m:t>𝑑𝑓</m:t>
                    </m:r>
                    <m:d>
                      <m:dPr>
                        <m:ctrlPr>
                          <a:rPr lang="es-AR" sz="2300" i="1" dirty="0">
                            <a:solidFill>
                              <a:srgbClr val="000000"/>
                            </a:solidFill>
                            <a:latin typeface="Cambria Math" panose="02040503050406030204" pitchFamily="18" charset="0"/>
                          </a:rPr>
                        </m:ctrlPr>
                      </m:dPr>
                      <m:e>
                        <m:r>
                          <a:rPr lang="es-AR" sz="2300" i="1" dirty="0">
                            <a:solidFill>
                              <a:srgbClr val="000000"/>
                            </a:solidFill>
                            <a:latin typeface="Cambria Math" panose="02040503050406030204" pitchFamily="18" charset="0"/>
                          </a:rPr>
                          <m:t>𝑥</m:t>
                        </m:r>
                      </m:e>
                    </m:d>
                    <m:r>
                      <a:rPr lang="es-AR" sz="2300" i="1" dirty="0">
                        <a:solidFill>
                          <a:srgbClr val="000000"/>
                        </a:solidFill>
                        <a:latin typeface="Cambria Math" panose="02040503050406030204" pitchFamily="18" charset="0"/>
                      </a:rPr>
                      <m:t>=</m:t>
                    </m:r>
                    <m:f>
                      <m:fPr>
                        <m:ctrlPr>
                          <a:rPr lang="es-AR" sz="2300" i="1" dirty="0">
                            <a:solidFill>
                              <a:srgbClr val="000000"/>
                            </a:solidFill>
                            <a:latin typeface="Cambria Math" panose="02040503050406030204" pitchFamily="18" charset="0"/>
                          </a:rPr>
                        </m:ctrlPr>
                      </m:fPr>
                      <m:num>
                        <m:r>
                          <a:rPr lang="es-AR" sz="2300" i="1" dirty="0">
                            <a:solidFill>
                              <a:srgbClr val="000000"/>
                            </a:solidFill>
                            <a:latin typeface="Cambria Math" panose="02040503050406030204" pitchFamily="18" charset="0"/>
                          </a:rPr>
                          <m:t>𝑑𝑓</m:t>
                        </m:r>
                      </m:num>
                      <m:den>
                        <m:r>
                          <a:rPr lang="es-AR" sz="2300" i="1" dirty="0">
                            <a:solidFill>
                              <a:srgbClr val="000000"/>
                            </a:solidFill>
                            <a:latin typeface="Cambria Math" panose="02040503050406030204" pitchFamily="18" charset="0"/>
                          </a:rPr>
                          <m:t>𝑑𝑥</m:t>
                        </m:r>
                      </m:den>
                    </m:f>
                    <m:d>
                      <m:dPr>
                        <m:ctrlPr>
                          <a:rPr lang="es-AR" sz="2300" i="1" dirty="0">
                            <a:solidFill>
                              <a:srgbClr val="000000"/>
                            </a:solidFill>
                            <a:latin typeface="Cambria Math" panose="02040503050406030204" pitchFamily="18" charset="0"/>
                          </a:rPr>
                        </m:ctrlPr>
                      </m:dPr>
                      <m:e>
                        <m:r>
                          <a:rPr lang="es-AR" sz="2300" i="1" dirty="0">
                            <a:solidFill>
                              <a:srgbClr val="000000"/>
                            </a:solidFill>
                            <a:latin typeface="Cambria Math" panose="02040503050406030204" pitchFamily="18" charset="0"/>
                          </a:rPr>
                          <m:t>𝑥</m:t>
                        </m:r>
                      </m:e>
                    </m:d>
                    <m:r>
                      <a:rPr lang="es-AR" sz="2300" i="1" dirty="0">
                        <a:solidFill>
                          <a:srgbClr val="000000"/>
                        </a:solidFill>
                        <a:latin typeface="Cambria Math" panose="02040503050406030204" pitchFamily="18" charset="0"/>
                      </a:rPr>
                      <m:t>+</m:t>
                    </m:r>
                    <m:f>
                      <m:fPr>
                        <m:ctrlPr>
                          <a:rPr lang="es-AR" sz="2300" i="1" dirty="0">
                            <a:solidFill>
                              <a:srgbClr val="000000"/>
                            </a:solidFill>
                            <a:latin typeface="Cambria Math" panose="02040503050406030204" pitchFamily="18" charset="0"/>
                          </a:rPr>
                        </m:ctrlPr>
                      </m:fPr>
                      <m:num>
                        <m:r>
                          <a:rPr lang="es-AR" sz="2300" i="1" dirty="0">
                            <a:solidFill>
                              <a:srgbClr val="000000"/>
                            </a:solidFill>
                            <a:latin typeface="Cambria Math" panose="02040503050406030204" pitchFamily="18" charset="0"/>
                          </a:rPr>
                          <m:t>1</m:t>
                        </m:r>
                      </m:num>
                      <m:den>
                        <m:r>
                          <a:rPr lang="es-AR" sz="2300" i="1" dirty="0">
                            <a:solidFill>
                              <a:srgbClr val="000000"/>
                            </a:solidFill>
                            <a:latin typeface="Cambria Math" panose="02040503050406030204" pitchFamily="18" charset="0"/>
                          </a:rPr>
                          <m:t>2</m:t>
                        </m:r>
                      </m:den>
                    </m:f>
                    <m:f>
                      <m:fPr>
                        <m:ctrlPr>
                          <a:rPr lang="es-AR" sz="2300" i="1" dirty="0">
                            <a:solidFill>
                              <a:srgbClr val="000000"/>
                            </a:solidFill>
                            <a:latin typeface="Cambria Math" panose="02040503050406030204" pitchFamily="18" charset="0"/>
                          </a:rPr>
                        </m:ctrlPr>
                      </m:fPr>
                      <m:num>
                        <m:sSup>
                          <m:sSupPr>
                            <m:ctrlPr>
                              <a:rPr lang="es-AR" sz="2300" i="1" dirty="0">
                                <a:solidFill>
                                  <a:srgbClr val="000000"/>
                                </a:solidFill>
                                <a:latin typeface="Cambria Math" panose="02040503050406030204" pitchFamily="18" charset="0"/>
                              </a:rPr>
                            </m:ctrlPr>
                          </m:sSupPr>
                          <m:e>
                            <m:r>
                              <a:rPr lang="es-AR" sz="2300" i="1" dirty="0">
                                <a:solidFill>
                                  <a:srgbClr val="000000"/>
                                </a:solidFill>
                                <a:latin typeface="Cambria Math" panose="02040503050406030204" pitchFamily="18" charset="0"/>
                              </a:rPr>
                              <m:t>𝑑</m:t>
                            </m:r>
                          </m:e>
                          <m:sup>
                            <m:r>
                              <a:rPr lang="es-AR" sz="2300" i="1" dirty="0">
                                <a:solidFill>
                                  <a:srgbClr val="000000"/>
                                </a:solidFill>
                                <a:latin typeface="Cambria Math" panose="02040503050406030204" pitchFamily="18" charset="0"/>
                              </a:rPr>
                              <m:t>2</m:t>
                            </m:r>
                          </m:sup>
                        </m:sSup>
                        <m:r>
                          <a:rPr lang="es-AR" sz="2300" i="1" dirty="0">
                            <a:solidFill>
                              <a:srgbClr val="000000"/>
                            </a:solidFill>
                            <a:latin typeface="Cambria Math" panose="02040503050406030204" pitchFamily="18" charset="0"/>
                          </a:rPr>
                          <m:t>𝑓</m:t>
                        </m:r>
                      </m:num>
                      <m:den>
                        <m:r>
                          <a:rPr lang="es-AR" sz="2300" i="1" dirty="0">
                            <a:solidFill>
                              <a:srgbClr val="000000"/>
                            </a:solidFill>
                            <a:latin typeface="Cambria Math" panose="02040503050406030204" pitchFamily="18" charset="0"/>
                          </a:rPr>
                          <m:t>𝑑</m:t>
                        </m:r>
                        <m:sSup>
                          <m:sSupPr>
                            <m:ctrlPr>
                              <a:rPr lang="es-AR" sz="2300" i="1" dirty="0">
                                <a:solidFill>
                                  <a:srgbClr val="000000"/>
                                </a:solidFill>
                                <a:latin typeface="Cambria Math" panose="02040503050406030204" pitchFamily="18" charset="0"/>
                              </a:rPr>
                            </m:ctrlPr>
                          </m:sSupPr>
                          <m:e>
                            <m:r>
                              <a:rPr lang="es-AR" sz="2300" i="1" dirty="0">
                                <a:solidFill>
                                  <a:srgbClr val="000000"/>
                                </a:solidFill>
                                <a:latin typeface="Cambria Math" panose="02040503050406030204" pitchFamily="18" charset="0"/>
                              </a:rPr>
                              <m:t>𝑥</m:t>
                            </m:r>
                          </m:e>
                          <m:sup>
                            <m:r>
                              <a:rPr lang="es-AR" sz="2300" i="1" dirty="0">
                                <a:solidFill>
                                  <a:srgbClr val="000000"/>
                                </a:solidFill>
                                <a:latin typeface="Cambria Math" panose="02040503050406030204" pitchFamily="18" charset="0"/>
                              </a:rPr>
                              <m:t>2</m:t>
                            </m:r>
                          </m:sup>
                        </m:sSup>
                      </m:den>
                    </m:f>
                    <m:d>
                      <m:dPr>
                        <m:ctrlPr>
                          <a:rPr lang="es-AR" sz="2300" i="1" dirty="0">
                            <a:solidFill>
                              <a:srgbClr val="000000"/>
                            </a:solidFill>
                            <a:latin typeface="Cambria Math" panose="02040503050406030204" pitchFamily="18" charset="0"/>
                          </a:rPr>
                        </m:ctrlPr>
                      </m:dPr>
                      <m:e>
                        <m:r>
                          <a:rPr lang="es-AR" sz="2300" i="1" dirty="0">
                            <a:solidFill>
                              <a:srgbClr val="000000"/>
                            </a:solidFill>
                            <a:latin typeface="Cambria Math" panose="02040503050406030204" pitchFamily="18" charset="0"/>
                          </a:rPr>
                          <m:t>𝑥</m:t>
                        </m:r>
                      </m:e>
                    </m:d>
                    <m:r>
                      <a:rPr lang="es-AR" sz="2300" i="1" dirty="0">
                        <a:solidFill>
                          <a:srgbClr val="000000"/>
                        </a:solidFill>
                        <a:latin typeface="Cambria Math" panose="02040503050406030204" pitchFamily="18" charset="0"/>
                      </a:rPr>
                      <m:t>+⋯</m:t>
                    </m:r>
                  </m:oMath>
                </a14:m>
                <a:endParaRPr lang="es-AR" sz="2300" dirty="0">
                  <a:solidFill>
                    <a:srgbClr val="000000"/>
                  </a:solidFill>
                </a:endParaRPr>
              </a:p>
              <a:p>
                <a:pPr marL="0" indent="0">
                  <a:buNone/>
                </a:pPr>
                <a:endParaRPr lang="es-AR" sz="2300" b="1" dirty="0">
                  <a:solidFill>
                    <a:srgbClr val="000000"/>
                  </a:solidFill>
                </a:endParaRPr>
              </a:p>
              <a:p>
                <a:pPr marL="0" indent="0">
                  <a:buNone/>
                </a:pPr>
                <a:r>
                  <a:rPr lang="es-AR" sz="2300" dirty="0">
                    <a:solidFill>
                      <a:srgbClr val="000000"/>
                    </a:solidFill>
                  </a:rPr>
                  <a:t>Si </a:t>
                </a:r>
                <a14:m>
                  <m:oMath xmlns:m="http://schemas.openxmlformats.org/officeDocument/2006/math">
                    <m:r>
                      <a:rPr lang="es-AR" sz="2300" i="1" dirty="0">
                        <a:solidFill>
                          <a:srgbClr val="000000"/>
                        </a:solidFill>
                        <a:latin typeface="Cambria Math" panose="02040503050406030204" pitchFamily="18" charset="0"/>
                      </a:rPr>
                      <m:t>𝑓</m:t>
                    </m:r>
                    <m:r>
                      <a:rPr lang="es-AR" sz="2300" i="1" dirty="0">
                        <a:solidFill>
                          <a:srgbClr val="000000"/>
                        </a:solidFill>
                        <a:latin typeface="Cambria Math" panose="02040503050406030204" pitchFamily="18" charset="0"/>
                      </a:rPr>
                      <m:t>(</m:t>
                    </m:r>
                    <m:r>
                      <a:rPr lang="es-AR" sz="2300" i="1" dirty="0">
                        <a:solidFill>
                          <a:srgbClr val="000000"/>
                        </a:solidFill>
                        <a:latin typeface="Cambria Math" panose="02040503050406030204" pitchFamily="18" charset="0"/>
                      </a:rPr>
                      <m:t>𝑡</m:t>
                    </m:r>
                    <m:r>
                      <a:rPr lang="es-AR" sz="2300" i="1" dirty="0">
                        <a:solidFill>
                          <a:srgbClr val="000000"/>
                        </a:solidFill>
                        <a:latin typeface="Cambria Math" panose="02040503050406030204" pitchFamily="18" charset="0"/>
                      </a:rPr>
                      <m:t>,</m:t>
                    </m:r>
                    <m:r>
                      <a:rPr lang="es-AR" sz="2300" i="1" dirty="0">
                        <a:solidFill>
                          <a:srgbClr val="000000"/>
                        </a:solidFill>
                        <a:latin typeface="Cambria Math" panose="02040503050406030204" pitchFamily="18" charset="0"/>
                      </a:rPr>
                      <m:t>𝑥</m:t>
                    </m:r>
                    <m:r>
                      <a:rPr lang="es-AR" sz="2300" i="1" dirty="0">
                        <a:solidFill>
                          <a:srgbClr val="000000"/>
                        </a:solidFill>
                        <a:latin typeface="Cambria Math" panose="02040503050406030204" pitchFamily="18" charset="0"/>
                      </a:rPr>
                      <m:t>)</m:t>
                    </m:r>
                  </m:oMath>
                </a14:m>
                <a:r>
                  <a:rPr lang="es-AR" sz="2300" dirty="0">
                    <a:solidFill>
                      <a:srgbClr val="000000"/>
                    </a:solidFill>
                  </a:rPr>
                  <a:t> es una función dos veces derivable de dos variable:</a:t>
                </a:r>
              </a:p>
              <a:p>
                <a14:m>
                  <m:oMath xmlns:m="http://schemas.openxmlformats.org/officeDocument/2006/math">
                    <m:r>
                      <a:rPr lang="es-AR" sz="2300" i="1" dirty="0">
                        <a:solidFill>
                          <a:srgbClr val="000000"/>
                        </a:solidFill>
                        <a:latin typeface="Cambria Math" panose="02040503050406030204" pitchFamily="18" charset="0"/>
                      </a:rPr>
                      <m:t>𝑑𝑓</m:t>
                    </m:r>
                    <m:r>
                      <a:rPr lang="es-AR" sz="2300" i="1" dirty="0">
                        <a:solidFill>
                          <a:srgbClr val="000000"/>
                        </a:solidFill>
                        <a:latin typeface="Cambria Math" panose="02040503050406030204" pitchFamily="18" charset="0"/>
                      </a:rPr>
                      <m:t>(</m:t>
                    </m:r>
                    <m:r>
                      <a:rPr lang="es-AR" sz="2300" i="1" dirty="0">
                        <a:solidFill>
                          <a:srgbClr val="000000"/>
                        </a:solidFill>
                        <a:latin typeface="Cambria Math" panose="02040503050406030204" pitchFamily="18" charset="0"/>
                      </a:rPr>
                      <m:t>𝑡</m:t>
                    </m:r>
                    <m:r>
                      <a:rPr lang="es-AR" sz="2300" i="1" dirty="0">
                        <a:solidFill>
                          <a:srgbClr val="000000"/>
                        </a:solidFill>
                        <a:latin typeface="Cambria Math" panose="02040503050406030204" pitchFamily="18" charset="0"/>
                      </a:rPr>
                      <m:t>,</m:t>
                    </m:r>
                    <m:r>
                      <a:rPr lang="es-AR" sz="2300" i="1" dirty="0">
                        <a:solidFill>
                          <a:srgbClr val="000000"/>
                        </a:solidFill>
                        <a:latin typeface="Cambria Math" panose="02040503050406030204" pitchFamily="18" charset="0"/>
                      </a:rPr>
                      <m:t>𝑥</m:t>
                    </m:r>
                    <m:r>
                      <a:rPr lang="es-AR" sz="2300" i="1" dirty="0">
                        <a:solidFill>
                          <a:srgbClr val="000000"/>
                        </a:solidFill>
                        <a:latin typeface="Cambria Math" panose="02040503050406030204" pitchFamily="18" charset="0"/>
                      </a:rPr>
                      <m:t>)=</m:t>
                    </m:r>
                    <m:f>
                      <m:fPr>
                        <m:ctrlPr>
                          <a:rPr lang="es-AR" sz="2300" i="1" dirty="0">
                            <a:solidFill>
                              <a:srgbClr val="000000"/>
                            </a:solidFill>
                            <a:latin typeface="Cambria Math" panose="02040503050406030204" pitchFamily="18" charset="0"/>
                          </a:rPr>
                        </m:ctrlPr>
                      </m:fPr>
                      <m:num>
                        <m:r>
                          <a:rPr lang="es-AR" sz="2300" i="1" dirty="0">
                            <a:solidFill>
                              <a:srgbClr val="000000"/>
                            </a:solidFill>
                            <a:latin typeface="Cambria Math" panose="02040503050406030204" pitchFamily="18" charset="0"/>
                          </a:rPr>
                          <m:t>𝜕</m:t>
                        </m:r>
                        <m:r>
                          <a:rPr lang="es-AR" sz="2300" i="1" dirty="0">
                            <a:solidFill>
                              <a:srgbClr val="000000"/>
                            </a:solidFill>
                            <a:latin typeface="Cambria Math" panose="02040503050406030204" pitchFamily="18" charset="0"/>
                          </a:rPr>
                          <m:t>𝑓</m:t>
                        </m:r>
                      </m:num>
                      <m:den>
                        <m:r>
                          <a:rPr lang="es-AR" sz="2300" i="1" dirty="0">
                            <a:solidFill>
                              <a:srgbClr val="000000"/>
                            </a:solidFill>
                            <a:latin typeface="Cambria Math" panose="02040503050406030204" pitchFamily="18" charset="0"/>
                          </a:rPr>
                          <m:t>𝜕</m:t>
                        </m:r>
                        <m:r>
                          <a:rPr lang="es-AR" sz="2300" i="1" dirty="0">
                            <a:solidFill>
                              <a:srgbClr val="000000"/>
                            </a:solidFill>
                            <a:latin typeface="Cambria Math" panose="02040503050406030204" pitchFamily="18" charset="0"/>
                          </a:rPr>
                          <m:t>𝑥</m:t>
                        </m:r>
                      </m:den>
                    </m:f>
                    <m:r>
                      <a:rPr lang="es-AR" sz="2300" i="1" dirty="0">
                        <a:solidFill>
                          <a:srgbClr val="000000"/>
                        </a:solidFill>
                        <a:latin typeface="Cambria Math" panose="02040503050406030204" pitchFamily="18" charset="0"/>
                      </a:rPr>
                      <m:t>𝑑𝑥</m:t>
                    </m:r>
                    <m:r>
                      <a:rPr lang="es-AR" sz="2300" i="1" dirty="0">
                        <a:solidFill>
                          <a:srgbClr val="000000"/>
                        </a:solidFill>
                        <a:latin typeface="Cambria Math" panose="02040503050406030204" pitchFamily="18" charset="0"/>
                      </a:rPr>
                      <m:t>+</m:t>
                    </m:r>
                    <m:f>
                      <m:fPr>
                        <m:ctrlPr>
                          <a:rPr lang="es-AR" sz="2300" i="1" dirty="0">
                            <a:solidFill>
                              <a:srgbClr val="000000"/>
                            </a:solidFill>
                            <a:latin typeface="Cambria Math" panose="02040503050406030204" pitchFamily="18" charset="0"/>
                          </a:rPr>
                        </m:ctrlPr>
                      </m:fPr>
                      <m:num>
                        <m:r>
                          <a:rPr lang="es-AR" sz="2300" i="1" dirty="0">
                            <a:solidFill>
                              <a:srgbClr val="000000"/>
                            </a:solidFill>
                            <a:latin typeface="Cambria Math" panose="02040503050406030204" pitchFamily="18" charset="0"/>
                          </a:rPr>
                          <m:t>𝜕</m:t>
                        </m:r>
                        <m:r>
                          <a:rPr lang="es-AR" sz="2300" i="1" dirty="0">
                            <a:solidFill>
                              <a:srgbClr val="000000"/>
                            </a:solidFill>
                            <a:latin typeface="Cambria Math" panose="02040503050406030204" pitchFamily="18" charset="0"/>
                          </a:rPr>
                          <m:t>𝑓</m:t>
                        </m:r>
                      </m:num>
                      <m:den>
                        <m:r>
                          <a:rPr lang="es-AR" sz="2300" i="1" dirty="0">
                            <a:solidFill>
                              <a:srgbClr val="000000"/>
                            </a:solidFill>
                            <a:latin typeface="Cambria Math" panose="02040503050406030204" pitchFamily="18" charset="0"/>
                          </a:rPr>
                          <m:t>𝜕</m:t>
                        </m:r>
                        <m:r>
                          <a:rPr lang="es-AR" sz="2300" i="1" dirty="0">
                            <a:solidFill>
                              <a:srgbClr val="000000"/>
                            </a:solidFill>
                            <a:latin typeface="Cambria Math" panose="02040503050406030204" pitchFamily="18" charset="0"/>
                          </a:rPr>
                          <m:t>𝑡</m:t>
                        </m:r>
                      </m:den>
                    </m:f>
                    <m:r>
                      <a:rPr lang="es-AR" sz="2300" i="1" dirty="0">
                        <a:solidFill>
                          <a:srgbClr val="000000"/>
                        </a:solidFill>
                        <a:latin typeface="Cambria Math" panose="02040503050406030204" pitchFamily="18" charset="0"/>
                      </a:rPr>
                      <m:t>𝑑𝑡</m:t>
                    </m:r>
                    <m:r>
                      <a:rPr lang="es-AR" sz="2300" i="1" dirty="0">
                        <a:solidFill>
                          <a:srgbClr val="000000"/>
                        </a:solidFill>
                        <a:latin typeface="Cambria Math" panose="02040503050406030204" pitchFamily="18" charset="0"/>
                      </a:rPr>
                      <m:t>+  </m:t>
                    </m:r>
                    <m:f>
                      <m:fPr>
                        <m:ctrlPr>
                          <a:rPr lang="es-AR" sz="2300" i="1" dirty="0">
                            <a:solidFill>
                              <a:srgbClr val="000000"/>
                            </a:solidFill>
                            <a:latin typeface="Cambria Math" panose="02040503050406030204" pitchFamily="18" charset="0"/>
                          </a:rPr>
                        </m:ctrlPr>
                      </m:fPr>
                      <m:num>
                        <m:r>
                          <a:rPr lang="es-AR" sz="2300" i="1" dirty="0">
                            <a:solidFill>
                              <a:srgbClr val="000000"/>
                            </a:solidFill>
                            <a:latin typeface="Cambria Math" panose="02040503050406030204" pitchFamily="18" charset="0"/>
                          </a:rPr>
                          <m:t>1</m:t>
                        </m:r>
                      </m:num>
                      <m:den>
                        <m:r>
                          <a:rPr lang="es-AR" sz="2300" i="1" dirty="0">
                            <a:solidFill>
                              <a:srgbClr val="000000"/>
                            </a:solidFill>
                            <a:latin typeface="Cambria Math" panose="02040503050406030204" pitchFamily="18" charset="0"/>
                          </a:rPr>
                          <m:t>2</m:t>
                        </m:r>
                      </m:den>
                    </m:f>
                    <m:f>
                      <m:fPr>
                        <m:ctrlPr>
                          <a:rPr lang="es-AR" sz="2300" i="1" dirty="0">
                            <a:solidFill>
                              <a:srgbClr val="000000"/>
                            </a:solidFill>
                            <a:latin typeface="Cambria Math" panose="02040503050406030204" pitchFamily="18" charset="0"/>
                          </a:rPr>
                        </m:ctrlPr>
                      </m:fPr>
                      <m:num>
                        <m:sSup>
                          <m:sSupPr>
                            <m:ctrlPr>
                              <a:rPr lang="es-AR" sz="2300" i="1" dirty="0">
                                <a:solidFill>
                                  <a:srgbClr val="000000"/>
                                </a:solidFill>
                                <a:latin typeface="Cambria Math" panose="02040503050406030204" pitchFamily="18" charset="0"/>
                              </a:rPr>
                            </m:ctrlPr>
                          </m:sSupPr>
                          <m:e>
                            <m:r>
                              <a:rPr lang="es-AR" sz="2300" i="1" dirty="0">
                                <a:solidFill>
                                  <a:srgbClr val="000000"/>
                                </a:solidFill>
                                <a:latin typeface="Cambria Math" panose="02040503050406030204" pitchFamily="18" charset="0"/>
                              </a:rPr>
                              <m:t>𝑑</m:t>
                            </m:r>
                          </m:e>
                          <m:sup>
                            <m:r>
                              <a:rPr lang="es-AR" sz="2300" i="1" dirty="0">
                                <a:solidFill>
                                  <a:srgbClr val="000000"/>
                                </a:solidFill>
                                <a:latin typeface="Cambria Math" panose="02040503050406030204" pitchFamily="18" charset="0"/>
                              </a:rPr>
                              <m:t>2</m:t>
                            </m:r>
                          </m:sup>
                        </m:sSup>
                        <m:r>
                          <a:rPr lang="es-AR" sz="2300" i="1" dirty="0">
                            <a:solidFill>
                              <a:srgbClr val="000000"/>
                            </a:solidFill>
                            <a:latin typeface="Cambria Math" panose="02040503050406030204" pitchFamily="18" charset="0"/>
                          </a:rPr>
                          <m:t>𝑓</m:t>
                        </m:r>
                      </m:num>
                      <m:den>
                        <m:r>
                          <a:rPr lang="es-AR" sz="2300" i="1" dirty="0">
                            <a:solidFill>
                              <a:srgbClr val="000000"/>
                            </a:solidFill>
                            <a:latin typeface="Cambria Math" panose="02040503050406030204" pitchFamily="18" charset="0"/>
                          </a:rPr>
                          <m:t>𝑑</m:t>
                        </m:r>
                        <m:sSup>
                          <m:sSupPr>
                            <m:ctrlPr>
                              <a:rPr lang="es-AR" sz="2300" i="1" dirty="0">
                                <a:solidFill>
                                  <a:srgbClr val="000000"/>
                                </a:solidFill>
                                <a:latin typeface="Cambria Math" panose="02040503050406030204" pitchFamily="18" charset="0"/>
                              </a:rPr>
                            </m:ctrlPr>
                          </m:sSupPr>
                          <m:e>
                            <m:r>
                              <a:rPr lang="es-AR" sz="2300" i="1" dirty="0">
                                <a:solidFill>
                                  <a:srgbClr val="000000"/>
                                </a:solidFill>
                                <a:latin typeface="Cambria Math" panose="02040503050406030204" pitchFamily="18" charset="0"/>
                              </a:rPr>
                              <m:t>𝑥</m:t>
                            </m:r>
                          </m:e>
                          <m:sup>
                            <m:r>
                              <a:rPr lang="es-AR" sz="2300" i="1" dirty="0">
                                <a:solidFill>
                                  <a:srgbClr val="000000"/>
                                </a:solidFill>
                                <a:latin typeface="Cambria Math" panose="02040503050406030204" pitchFamily="18" charset="0"/>
                              </a:rPr>
                              <m:t>2</m:t>
                            </m:r>
                          </m:sup>
                        </m:sSup>
                      </m:den>
                    </m:f>
                    <m:r>
                      <a:rPr lang="es-AR" sz="2300" i="1" dirty="0">
                        <a:solidFill>
                          <a:srgbClr val="000000"/>
                        </a:solidFill>
                        <a:latin typeface="Cambria Math" panose="02040503050406030204" pitchFamily="18" charset="0"/>
                      </a:rPr>
                      <m:t>𝑑</m:t>
                    </m:r>
                    <m:sSup>
                      <m:sSupPr>
                        <m:ctrlPr>
                          <a:rPr lang="es-AR" sz="2300" i="1" dirty="0">
                            <a:solidFill>
                              <a:srgbClr val="000000"/>
                            </a:solidFill>
                            <a:latin typeface="Cambria Math" panose="02040503050406030204" pitchFamily="18" charset="0"/>
                          </a:rPr>
                        </m:ctrlPr>
                      </m:sSupPr>
                      <m:e>
                        <m:r>
                          <a:rPr lang="es-AR" sz="2300" i="1" dirty="0">
                            <a:solidFill>
                              <a:srgbClr val="000000"/>
                            </a:solidFill>
                            <a:latin typeface="Cambria Math" panose="02040503050406030204" pitchFamily="18" charset="0"/>
                          </a:rPr>
                          <m:t>𝑥</m:t>
                        </m:r>
                      </m:e>
                      <m:sup>
                        <m:r>
                          <a:rPr lang="es-AR" sz="2300" i="1" dirty="0">
                            <a:solidFill>
                              <a:srgbClr val="000000"/>
                            </a:solidFill>
                            <a:latin typeface="Cambria Math" panose="02040503050406030204" pitchFamily="18" charset="0"/>
                          </a:rPr>
                          <m:t>2</m:t>
                        </m:r>
                      </m:sup>
                    </m:sSup>
                    <m:r>
                      <a:rPr lang="es-AR" sz="2300" i="1" dirty="0">
                        <a:solidFill>
                          <a:srgbClr val="000000"/>
                        </a:solidFill>
                        <a:latin typeface="Cambria Math" panose="02040503050406030204" pitchFamily="18" charset="0"/>
                      </a:rPr>
                      <m:t>+</m:t>
                    </m:r>
                    <m:f>
                      <m:fPr>
                        <m:ctrlPr>
                          <a:rPr lang="es-AR" sz="2300" i="1" dirty="0">
                            <a:solidFill>
                              <a:srgbClr val="000000"/>
                            </a:solidFill>
                            <a:latin typeface="Cambria Math" panose="02040503050406030204" pitchFamily="18" charset="0"/>
                          </a:rPr>
                        </m:ctrlPr>
                      </m:fPr>
                      <m:num>
                        <m:r>
                          <a:rPr lang="es-AR" sz="2300" i="1" dirty="0">
                            <a:solidFill>
                              <a:srgbClr val="000000"/>
                            </a:solidFill>
                            <a:latin typeface="Cambria Math" panose="02040503050406030204" pitchFamily="18" charset="0"/>
                          </a:rPr>
                          <m:t>1</m:t>
                        </m:r>
                      </m:num>
                      <m:den>
                        <m:r>
                          <a:rPr lang="es-AR" sz="2300" i="1" dirty="0">
                            <a:solidFill>
                              <a:srgbClr val="000000"/>
                            </a:solidFill>
                            <a:latin typeface="Cambria Math" panose="02040503050406030204" pitchFamily="18" charset="0"/>
                          </a:rPr>
                          <m:t>2</m:t>
                        </m:r>
                      </m:den>
                    </m:f>
                    <m:f>
                      <m:fPr>
                        <m:ctrlPr>
                          <a:rPr lang="es-AR" sz="2300" i="1" dirty="0">
                            <a:solidFill>
                              <a:srgbClr val="000000"/>
                            </a:solidFill>
                            <a:latin typeface="Cambria Math" panose="02040503050406030204" pitchFamily="18" charset="0"/>
                          </a:rPr>
                        </m:ctrlPr>
                      </m:fPr>
                      <m:num>
                        <m:sSup>
                          <m:sSupPr>
                            <m:ctrlPr>
                              <a:rPr lang="es-AR" sz="2300" i="1" dirty="0">
                                <a:solidFill>
                                  <a:srgbClr val="000000"/>
                                </a:solidFill>
                                <a:latin typeface="Cambria Math" panose="02040503050406030204" pitchFamily="18" charset="0"/>
                              </a:rPr>
                            </m:ctrlPr>
                          </m:sSupPr>
                          <m:e>
                            <m:r>
                              <a:rPr lang="es-AR" sz="2300" i="1" dirty="0">
                                <a:solidFill>
                                  <a:srgbClr val="000000"/>
                                </a:solidFill>
                                <a:latin typeface="Cambria Math" panose="02040503050406030204" pitchFamily="18" charset="0"/>
                              </a:rPr>
                              <m:t>𝑑</m:t>
                            </m:r>
                          </m:e>
                          <m:sup>
                            <m:r>
                              <a:rPr lang="es-AR" sz="2300" i="1" dirty="0">
                                <a:solidFill>
                                  <a:srgbClr val="000000"/>
                                </a:solidFill>
                                <a:latin typeface="Cambria Math" panose="02040503050406030204" pitchFamily="18" charset="0"/>
                              </a:rPr>
                              <m:t>2</m:t>
                            </m:r>
                          </m:sup>
                        </m:sSup>
                        <m:r>
                          <a:rPr lang="es-AR" sz="2300" i="1" dirty="0">
                            <a:solidFill>
                              <a:srgbClr val="000000"/>
                            </a:solidFill>
                            <a:latin typeface="Cambria Math" panose="02040503050406030204" pitchFamily="18" charset="0"/>
                          </a:rPr>
                          <m:t>𝑓</m:t>
                        </m:r>
                      </m:num>
                      <m:den>
                        <m:r>
                          <a:rPr lang="es-AR" sz="2300" i="1" dirty="0">
                            <a:solidFill>
                              <a:srgbClr val="000000"/>
                            </a:solidFill>
                            <a:latin typeface="Cambria Math" panose="02040503050406030204" pitchFamily="18" charset="0"/>
                          </a:rPr>
                          <m:t>𝑑</m:t>
                        </m:r>
                        <m:sSup>
                          <m:sSupPr>
                            <m:ctrlPr>
                              <a:rPr lang="es-AR" sz="2300" i="1" dirty="0">
                                <a:solidFill>
                                  <a:srgbClr val="000000"/>
                                </a:solidFill>
                                <a:latin typeface="Cambria Math" panose="02040503050406030204" pitchFamily="18" charset="0"/>
                              </a:rPr>
                            </m:ctrlPr>
                          </m:sSupPr>
                          <m:e>
                            <m:r>
                              <a:rPr lang="es-AR" sz="2300" i="1" dirty="0">
                                <a:solidFill>
                                  <a:srgbClr val="000000"/>
                                </a:solidFill>
                                <a:latin typeface="Cambria Math" panose="02040503050406030204" pitchFamily="18" charset="0"/>
                              </a:rPr>
                              <m:t>𝑡</m:t>
                            </m:r>
                          </m:e>
                          <m:sup>
                            <m:r>
                              <a:rPr lang="es-AR" sz="2300" i="1" dirty="0">
                                <a:solidFill>
                                  <a:srgbClr val="000000"/>
                                </a:solidFill>
                                <a:latin typeface="Cambria Math" panose="02040503050406030204" pitchFamily="18" charset="0"/>
                              </a:rPr>
                              <m:t>2</m:t>
                            </m:r>
                          </m:sup>
                        </m:sSup>
                      </m:den>
                    </m:f>
                    <m:r>
                      <a:rPr lang="es-AR" sz="2300" i="1" dirty="0">
                        <a:solidFill>
                          <a:srgbClr val="000000"/>
                        </a:solidFill>
                        <a:latin typeface="Cambria Math" panose="02040503050406030204" pitchFamily="18" charset="0"/>
                      </a:rPr>
                      <m:t>𝑑</m:t>
                    </m:r>
                    <m:sSup>
                      <m:sSupPr>
                        <m:ctrlPr>
                          <a:rPr lang="es-AR" sz="2300" i="1" dirty="0">
                            <a:solidFill>
                              <a:srgbClr val="000000"/>
                            </a:solidFill>
                            <a:latin typeface="Cambria Math" panose="02040503050406030204" pitchFamily="18" charset="0"/>
                          </a:rPr>
                        </m:ctrlPr>
                      </m:sSupPr>
                      <m:e>
                        <m:r>
                          <a:rPr lang="es-AR" sz="2300" i="1" dirty="0">
                            <a:solidFill>
                              <a:srgbClr val="000000"/>
                            </a:solidFill>
                            <a:latin typeface="Cambria Math" panose="02040503050406030204" pitchFamily="18" charset="0"/>
                          </a:rPr>
                          <m:t>𝑡</m:t>
                        </m:r>
                      </m:e>
                      <m:sup>
                        <m:r>
                          <a:rPr lang="es-AR" sz="2300" i="1" dirty="0">
                            <a:solidFill>
                              <a:srgbClr val="000000"/>
                            </a:solidFill>
                            <a:latin typeface="Cambria Math" panose="02040503050406030204" pitchFamily="18" charset="0"/>
                          </a:rPr>
                          <m:t>2</m:t>
                        </m:r>
                      </m:sup>
                    </m:sSup>
                    <m:r>
                      <a:rPr lang="es-AR" sz="2300" i="1" dirty="0">
                        <a:solidFill>
                          <a:srgbClr val="000000"/>
                        </a:solidFill>
                        <a:latin typeface="Cambria Math" panose="02040503050406030204" pitchFamily="18" charset="0"/>
                      </a:rPr>
                      <m:t>+</m:t>
                    </m:r>
                    <m:f>
                      <m:fPr>
                        <m:ctrlPr>
                          <a:rPr lang="es-AR" sz="2300" i="1" dirty="0">
                            <a:solidFill>
                              <a:srgbClr val="000000"/>
                            </a:solidFill>
                            <a:latin typeface="Cambria Math" panose="02040503050406030204" pitchFamily="18" charset="0"/>
                          </a:rPr>
                        </m:ctrlPr>
                      </m:fPr>
                      <m:num>
                        <m:sSup>
                          <m:sSupPr>
                            <m:ctrlPr>
                              <a:rPr lang="es-AR" sz="2300" i="1" dirty="0">
                                <a:solidFill>
                                  <a:srgbClr val="000000"/>
                                </a:solidFill>
                                <a:latin typeface="Cambria Math" panose="02040503050406030204" pitchFamily="18" charset="0"/>
                              </a:rPr>
                            </m:ctrlPr>
                          </m:sSupPr>
                          <m:e>
                            <m:r>
                              <a:rPr lang="es-AR" sz="2300" i="1" dirty="0">
                                <a:solidFill>
                                  <a:srgbClr val="000000"/>
                                </a:solidFill>
                                <a:latin typeface="Cambria Math" panose="02040503050406030204" pitchFamily="18" charset="0"/>
                              </a:rPr>
                              <m:t>𝑑</m:t>
                            </m:r>
                          </m:e>
                          <m:sup>
                            <m:r>
                              <a:rPr lang="es-AR" sz="2300" i="1" dirty="0">
                                <a:solidFill>
                                  <a:srgbClr val="000000"/>
                                </a:solidFill>
                                <a:latin typeface="Cambria Math" panose="02040503050406030204" pitchFamily="18" charset="0"/>
                              </a:rPr>
                              <m:t>2</m:t>
                            </m:r>
                          </m:sup>
                        </m:sSup>
                        <m:r>
                          <a:rPr lang="es-AR" sz="2300" i="1" dirty="0">
                            <a:solidFill>
                              <a:srgbClr val="000000"/>
                            </a:solidFill>
                            <a:latin typeface="Cambria Math" panose="02040503050406030204" pitchFamily="18" charset="0"/>
                          </a:rPr>
                          <m:t>𝑓</m:t>
                        </m:r>
                      </m:num>
                      <m:den>
                        <m:r>
                          <a:rPr lang="es-AR" sz="2300" i="1" dirty="0">
                            <a:solidFill>
                              <a:srgbClr val="000000"/>
                            </a:solidFill>
                            <a:latin typeface="Cambria Math" panose="02040503050406030204" pitchFamily="18" charset="0"/>
                          </a:rPr>
                          <m:t>𝑑𝑥𝑑𝑡</m:t>
                        </m:r>
                      </m:den>
                    </m:f>
                    <m:r>
                      <a:rPr lang="es-AR" sz="2300" i="1" dirty="0">
                        <a:solidFill>
                          <a:srgbClr val="000000"/>
                        </a:solidFill>
                        <a:latin typeface="Cambria Math" panose="02040503050406030204" pitchFamily="18" charset="0"/>
                      </a:rPr>
                      <m:t>𝑑𝑡𝑑𝑥</m:t>
                    </m:r>
                    <m:r>
                      <a:rPr lang="es-AR" sz="2300" i="1" dirty="0">
                        <a:solidFill>
                          <a:srgbClr val="000000"/>
                        </a:solidFill>
                        <a:latin typeface="Cambria Math" panose="02040503050406030204" pitchFamily="18" charset="0"/>
                      </a:rPr>
                      <m:t>+⋯</m:t>
                    </m:r>
                  </m:oMath>
                </a14:m>
                <a:endParaRPr lang="es-AR" sz="2300" dirty="0">
                  <a:solidFill>
                    <a:srgbClr val="000000"/>
                  </a:solidFill>
                </a:endParaRPr>
              </a:p>
              <a:p>
                <a:pPr marL="0" indent="0">
                  <a:buNone/>
                </a:pPr>
                <a14:m>
                  <m:oMathPara xmlns:m="http://schemas.openxmlformats.org/officeDocument/2006/math">
                    <m:oMathParaPr>
                      <m:jc m:val="centerGroup"/>
                    </m:oMathParaPr>
                    <m:oMath xmlns:m="http://schemas.openxmlformats.org/officeDocument/2006/math">
                      <m:r>
                        <a:rPr lang="es-AR" sz="2300" i="1" dirty="0">
                          <a:solidFill>
                            <a:srgbClr val="000000"/>
                          </a:solidFill>
                          <a:latin typeface="Cambria Math" panose="02040503050406030204" pitchFamily="18" charset="0"/>
                        </a:rPr>
                        <m:t>𝑑𝑓</m:t>
                      </m:r>
                      <m:r>
                        <a:rPr lang="es-AR" sz="2300" i="1" dirty="0">
                          <a:solidFill>
                            <a:srgbClr val="000000"/>
                          </a:solidFill>
                          <a:latin typeface="Cambria Math" panose="02040503050406030204" pitchFamily="18" charset="0"/>
                        </a:rPr>
                        <m:t>(</m:t>
                      </m:r>
                      <m:r>
                        <a:rPr lang="es-AR" sz="2300" i="1" dirty="0">
                          <a:solidFill>
                            <a:srgbClr val="000000"/>
                          </a:solidFill>
                          <a:latin typeface="Cambria Math" panose="02040503050406030204" pitchFamily="18" charset="0"/>
                        </a:rPr>
                        <m:t>𝑡</m:t>
                      </m:r>
                      <m:r>
                        <a:rPr lang="es-AR" sz="2300" i="1" dirty="0">
                          <a:solidFill>
                            <a:srgbClr val="000000"/>
                          </a:solidFill>
                          <a:latin typeface="Cambria Math" panose="02040503050406030204" pitchFamily="18" charset="0"/>
                        </a:rPr>
                        <m:t>,</m:t>
                      </m:r>
                      <m:r>
                        <a:rPr lang="es-AR" sz="2300" i="1" dirty="0">
                          <a:solidFill>
                            <a:srgbClr val="000000"/>
                          </a:solidFill>
                          <a:latin typeface="Cambria Math" panose="02040503050406030204" pitchFamily="18" charset="0"/>
                        </a:rPr>
                        <m:t>𝑥</m:t>
                      </m:r>
                      <m:r>
                        <a:rPr lang="es-AR" sz="2300" i="1" dirty="0">
                          <a:solidFill>
                            <a:srgbClr val="000000"/>
                          </a:solidFill>
                          <a:latin typeface="Cambria Math" panose="02040503050406030204" pitchFamily="18" charset="0"/>
                        </a:rPr>
                        <m:t>)=</m:t>
                      </m:r>
                      <m:f>
                        <m:fPr>
                          <m:ctrlPr>
                            <a:rPr lang="es-AR" sz="2300" i="1" dirty="0">
                              <a:solidFill>
                                <a:srgbClr val="000000"/>
                              </a:solidFill>
                              <a:latin typeface="Cambria Math" panose="02040503050406030204" pitchFamily="18" charset="0"/>
                            </a:rPr>
                          </m:ctrlPr>
                        </m:fPr>
                        <m:num>
                          <m:r>
                            <a:rPr lang="es-AR" sz="2300" i="1" dirty="0">
                              <a:solidFill>
                                <a:srgbClr val="000000"/>
                              </a:solidFill>
                              <a:latin typeface="Cambria Math" panose="02040503050406030204" pitchFamily="18" charset="0"/>
                            </a:rPr>
                            <m:t>𝜕</m:t>
                          </m:r>
                          <m:r>
                            <a:rPr lang="es-AR" sz="2300" i="1" dirty="0">
                              <a:solidFill>
                                <a:srgbClr val="000000"/>
                              </a:solidFill>
                              <a:latin typeface="Cambria Math" panose="02040503050406030204" pitchFamily="18" charset="0"/>
                            </a:rPr>
                            <m:t>𝑓</m:t>
                          </m:r>
                        </m:num>
                        <m:den>
                          <m:r>
                            <a:rPr lang="es-AR" sz="2300" i="1" dirty="0">
                              <a:solidFill>
                                <a:srgbClr val="000000"/>
                              </a:solidFill>
                              <a:latin typeface="Cambria Math" panose="02040503050406030204" pitchFamily="18" charset="0"/>
                            </a:rPr>
                            <m:t>𝜕</m:t>
                          </m:r>
                          <m:r>
                            <a:rPr lang="es-AR" sz="2300" i="1" dirty="0">
                              <a:solidFill>
                                <a:srgbClr val="000000"/>
                              </a:solidFill>
                              <a:latin typeface="Cambria Math" panose="02040503050406030204" pitchFamily="18" charset="0"/>
                            </a:rPr>
                            <m:t>𝑥</m:t>
                          </m:r>
                        </m:den>
                      </m:f>
                      <m:r>
                        <a:rPr lang="es-AR" sz="2300" i="1" dirty="0">
                          <a:solidFill>
                            <a:srgbClr val="000000"/>
                          </a:solidFill>
                          <a:latin typeface="Cambria Math" panose="02040503050406030204" pitchFamily="18" charset="0"/>
                        </a:rPr>
                        <m:t>𝑑𝑥</m:t>
                      </m:r>
                      <m:r>
                        <a:rPr lang="es-AR" sz="2300" i="1" dirty="0">
                          <a:solidFill>
                            <a:srgbClr val="000000"/>
                          </a:solidFill>
                          <a:latin typeface="Cambria Math" panose="02040503050406030204" pitchFamily="18" charset="0"/>
                        </a:rPr>
                        <m:t>+</m:t>
                      </m:r>
                      <m:f>
                        <m:fPr>
                          <m:ctrlPr>
                            <a:rPr lang="es-AR" sz="2300" i="1" dirty="0">
                              <a:solidFill>
                                <a:srgbClr val="000000"/>
                              </a:solidFill>
                              <a:latin typeface="Cambria Math" panose="02040503050406030204" pitchFamily="18" charset="0"/>
                            </a:rPr>
                          </m:ctrlPr>
                        </m:fPr>
                        <m:num>
                          <m:r>
                            <a:rPr lang="es-AR" sz="2300" i="1" dirty="0">
                              <a:solidFill>
                                <a:srgbClr val="000000"/>
                              </a:solidFill>
                              <a:latin typeface="Cambria Math" panose="02040503050406030204" pitchFamily="18" charset="0"/>
                            </a:rPr>
                            <m:t>𝜕</m:t>
                          </m:r>
                          <m:r>
                            <a:rPr lang="es-AR" sz="2300" i="1" dirty="0">
                              <a:solidFill>
                                <a:srgbClr val="000000"/>
                              </a:solidFill>
                              <a:latin typeface="Cambria Math" panose="02040503050406030204" pitchFamily="18" charset="0"/>
                            </a:rPr>
                            <m:t>𝑓</m:t>
                          </m:r>
                        </m:num>
                        <m:den>
                          <m:r>
                            <a:rPr lang="es-AR" sz="2300" i="1" dirty="0">
                              <a:solidFill>
                                <a:srgbClr val="000000"/>
                              </a:solidFill>
                              <a:latin typeface="Cambria Math" panose="02040503050406030204" pitchFamily="18" charset="0"/>
                            </a:rPr>
                            <m:t>𝜕</m:t>
                          </m:r>
                          <m:r>
                            <a:rPr lang="es-AR" sz="2300" i="1" dirty="0">
                              <a:solidFill>
                                <a:srgbClr val="000000"/>
                              </a:solidFill>
                              <a:latin typeface="Cambria Math" panose="02040503050406030204" pitchFamily="18" charset="0"/>
                            </a:rPr>
                            <m:t>𝑡</m:t>
                          </m:r>
                        </m:den>
                      </m:f>
                      <m:r>
                        <a:rPr lang="es-AR" sz="2300" i="1" dirty="0">
                          <a:solidFill>
                            <a:srgbClr val="000000"/>
                          </a:solidFill>
                          <a:latin typeface="Cambria Math" panose="02040503050406030204" pitchFamily="18" charset="0"/>
                        </a:rPr>
                        <m:t>𝑑𝑡</m:t>
                      </m:r>
                      <m:r>
                        <a:rPr lang="es-AR" sz="2300" i="1" dirty="0">
                          <a:solidFill>
                            <a:srgbClr val="000000"/>
                          </a:solidFill>
                          <a:latin typeface="Cambria Math" panose="02040503050406030204" pitchFamily="18" charset="0"/>
                        </a:rPr>
                        <m:t>+⋯</m:t>
                      </m:r>
                    </m:oMath>
                  </m:oMathPara>
                </a14:m>
                <a:endParaRPr lang="es-AR" sz="2300" dirty="0">
                  <a:solidFill>
                    <a:srgbClr val="000000"/>
                  </a:solidFill>
                </a:endParaRPr>
              </a:p>
              <a:p>
                <a:pPr marL="0" indent="0">
                  <a:buNone/>
                </a:pPr>
                <a:r>
                  <a:rPr lang="es-AR" sz="2300" dirty="0" err="1">
                    <a:solidFill>
                      <a:srgbClr val="000000"/>
                    </a:solidFill>
                  </a:rPr>
                  <a:t>Obs</a:t>
                </a:r>
                <a:r>
                  <a:rPr lang="es-AR" sz="2300" dirty="0">
                    <a:solidFill>
                      <a:srgbClr val="000000"/>
                    </a:solidFill>
                  </a:rPr>
                  <a:t>: Los tres puntos suelen ser términos tan chiquitos como uno quiera. Incluso:</a:t>
                </a:r>
              </a:p>
              <a:p>
                <a14:m>
                  <m:oMath xmlns:m="http://schemas.openxmlformats.org/officeDocument/2006/math">
                    <m:r>
                      <a:rPr lang="es-AR" sz="2300" i="1" dirty="0">
                        <a:solidFill>
                          <a:srgbClr val="000000"/>
                        </a:solidFill>
                        <a:latin typeface="Cambria Math" panose="02040503050406030204" pitchFamily="18" charset="0"/>
                      </a:rPr>
                      <m:t>𝑑</m:t>
                    </m:r>
                    <m:sSup>
                      <m:sSupPr>
                        <m:ctrlPr>
                          <a:rPr lang="es-AR" sz="2300" i="1" dirty="0">
                            <a:solidFill>
                              <a:srgbClr val="000000"/>
                            </a:solidFill>
                            <a:latin typeface="Cambria Math" panose="02040503050406030204" pitchFamily="18" charset="0"/>
                          </a:rPr>
                        </m:ctrlPr>
                      </m:sSupPr>
                      <m:e>
                        <m:r>
                          <a:rPr lang="es-AR" sz="2300" i="1" dirty="0">
                            <a:solidFill>
                              <a:srgbClr val="000000"/>
                            </a:solidFill>
                            <a:latin typeface="Cambria Math" panose="02040503050406030204" pitchFamily="18" charset="0"/>
                          </a:rPr>
                          <m:t>𝑥</m:t>
                        </m:r>
                      </m:e>
                      <m:sup>
                        <m:r>
                          <a:rPr lang="es-AR" sz="2300" i="1" dirty="0">
                            <a:solidFill>
                              <a:srgbClr val="000000"/>
                            </a:solidFill>
                            <a:latin typeface="Cambria Math" panose="02040503050406030204" pitchFamily="18" charset="0"/>
                          </a:rPr>
                          <m:t>2</m:t>
                        </m:r>
                      </m:sup>
                    </m:sSup>
                    <m:r>
                      <a:rPr lang="es-AR" sz="2300" i="1" dirty="0">
                        <a:solidFill>
                          <a:srgbClr val="000000"/>
                        </a:solidFill>
                        <a:latin typeface="Cambria Math" panose="02040503050406030204" pitchFamily="18" charset="0"/>
                      </a:rPr>
                      <m:t>∼</m:t>
                    </m:r>
                    <m:r>
                      <a:rPr lang="es-AR" sz="2300" i="1" dirty="0">
                        <a:solidFill>
                          <a:srgbClr val="000000"/>
                        </a:solidFill>
                        <a:latin typeface="Cambria Math" panose="02040503050406030204" pitchFamily="18" charset="0"/>
                      </a:rPr>
                      <m:t>𝑑</m:t>
                    </m:r>
                    <m:sSup>
                      <m:sSupPr>
                        <m:ctrlPr>
                          <a:rPr lang="es-AR" sz="2300" i="1" dirty="0">
                            <a:solidFill>
                              <a:srgbClr val="000000"/>
                            </a:solidFill>
                            <a:latin typeface="Cambria Math" panose="02040503050406030204" pitchFamily="18" charset="0"/>
                          </a:rPr>
                        </m:ctrlPr>
                      </m:sSupPr>
                      <m:e>
                        <m:r>
                          <a:rPr lang="es-AR" sz="2300" i="1" dirty="0">
                            <a:solidFill>
                              <a:srgbClr val="000000"/>
                            </a:solidFill>
                            <a:latin typeface="Cambria Math" panose="02040503050406030204" pitchFamily="18" charset="0"/>
                          </a:rPr>
                          <m:t>𝑡</m:t>
                        </m:r>
                      </m:e>
                      <m:sup>
                        <m:r>
                          <a:rPr lang="es-AR" sz="2300" i="1" dirty="0">
                            <a:solidFill>
                              <a:srgbClr val="000000"/>
                            </a:solidFill>
                            <a:latin typeface="Cambria Math" panose="02040503050406030204" pitchFamily="18" charset="0"/>
                          </a:rPr>
                          <m:t>2</m:t>
                        </m:r>
                      </m:sup>
                    </m:sSup>
                    <m:r>
                      <a:rPr lang="es-AR" sz="2300" i="1" dirty="0">
                        <a:solidFill>
                          <a:srgbClr val="000000"/>
                        </a:solidFill>
                        <a:latin typeface="Cambria Math" panose="02040503050406030204" pitchFamily="18" charset="0"/>
                      </a:rPr>
                      <m:t>∼</m:t>
                    </m:r>
                    <m:r>
                      <a:rPr lang="es-AR" sz="2300" i="1" dirty="0">
                        <a:solidFill>
                          <a:srgbClr val="000000"/>
                        </a:solidFill>
                        <a:latin typeface="Cambria Math" panose="02040503050406030204" pitchFamily="18" charset="0"/>
                      </a:rPr>
                      <m:t>𝑑𝑥𝑑𝑡</m:t>
                    </m:r>
                    <m:r>
                      <a:rPr lang="es-AR" sz="2300" i="1" dirty="0">
                        <a:solidFill>
                          <a:srgbClr val="000000"/>
                        </a:solidFill>
                        <a:latin typeface="Cambria Math" panose="02040503050406030204" pitchFamily="18" charset="0"/>
                      </a:rPr>
                      <m:t>∼0</m:t>
                    </m:r>
                  </m:oMath>
                </a14:m>
                <a:endParaRPr lang="es-AR" sz="2300" dirty="0">
                  <a:solidFill>
                    <a:srgbClr val="000000"/>
                  </a:solidFill>
                </a:endParaRPr>
              </a:p>
              <a:p>
                <a:pPr marL="0" indent="0">
                  <a:buNone/>
                </a:pPr>
                <a:r>
                  <a:rPr lang="es-AR" sz="2300" dirty="0">
                    <a:solidFill>
                      <a:srgbClr val="000000"/>
                    </a:solidFill>
                  </a:rPr>
                  <a:t>La idea es ahora extender esto a las funciones estocásticas</a:t>
                </a:r>
              </a:p>
              <a:p>
                <a:pPr marL="0" indent="0">
                  <a:buNone/>
                </a:pPr>
                <a:endParaRPr lang="es-ES" sz="2300" b="1" dirty="0">
                  <a:solidFill>
                    <a:schemeClr val="tx1">
                      <a:lumMod val="60000"/>
                      <a:lumOff val="40000"/>
                    </a:schemeClr>
                  </a:solidFill>
                </a:endParaRPr>
              </a:p>
            </p:txBody>
          </p:sp>
        </mc:Choice>
        <mc:Fallback xmlns="">
          <p:sp>
            <p:nvSpPr>
              <p:cNvPr id="7" name="Rectangle 3">
                <a:extLst>
                  <a:ext uri="{FF2B5EF4-FFF2-40B4-BE49-F238E27FC236}">
                    <a16:creationId xmlns:a16="http://schemas.microsoft.com/office/drawing/2014/main" id="{A67ECC8A-2F46-410C-AE40-D77B0191A397}"/>
                  </a:ext>
                </a:extLst>
              </p:cNvPr>
              <p:cNvSpPr txBox="1">
                <a:spLocks noRot="1" noChangeAspect="1" noMove="1" noResize="1" noEditPoints="1" noAdjustHandles="1" noChangeArrowheads="1" noChangeShapeType="1" noTextEdit="1"/>
              </p:cNvSpPr>
              <p:nvPr/>
            </p:nvSpPr>
            <p:spPr bwMode="auto">
              <a:xfrm>
                <a:off x="1847850" y="1123528"/>
                <a:ext cx="8458200" cy="5257800"/>
              </a:xfrm>
              <a:prstGeom prst="rect">
                <a:avLst/>
              </a:prstGeom>
              <a:blipFill>
                <a:blip r:embed="rId2"/>
                <a:stretch>
                  <a:fillRect l="-1009" t="-811" b="-185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519898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04AB01E-AC1D-41C2-9589-DD399C5C286D}"/>
              </a:ext>
            </a:extLst>
          </p:cNvPr>
          <p:cNvPicPr>
            <a:picLocks noChangeAspect="1"/>
          </p:cNvPicPr>
          <p:nvPr/>
        </p:nvPicPr>
        <p:blipFill>
          <a:blip r:embed="rId2"/>
          <a:stretch>
            <a:fillRect/>
          </a:stretch>
        </p:blipFill>
        <p:spPr>
          <a:xfrm>
            <a:off x="1568227" y="0"/>
            <a:ext cx="9055545" cy="6858000"/>
          </a:xfrm>
          <a:prstGeom prst="rect">
            <a:avLst/>
          </a:prstGeom>
        </p:spPr>
      </p:pic>
    </p:spTree>
    <p:extLst>
      <p:ext uri="{BB962C8B-B14F-4D97-AF65-F5344CB8AC3E}">
        <p14:creationId xmlns:p14="http://schemas.microsoft.com/office/powerpoint/2010/main" val="2494422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F5E510A-D8A8-46A7-95F7-AB73E57E3538}"/>
              </a:ext>
            </a:extLst>
          </p:cNvPr>
          <p:cNvPicPr>
            <a:picLocks noChangeAspect="1"/>
          </p:cNvPicPr>
          <p:nvPr/>
        </p:nvPicPr>
        <p:blipFill>
          <a:blip r:embed="rId2"/>
          <a:stretch>
            <a:fillRect/>
          </a:stretch>
        </p:blipFill>
        <p:spPr>
          <a:xfrm>
            <a:off x="1315546" y="19664"/>
            <a:ext cx="9560908" cy="6858000"/>
          </a:xfrm>
          <a:prstGeom prst="rect">
            <a:avLst/>
          </a:prstGeom>
        </p:spPr>
      </p:pic>
    </p:spTree>
    <p:extLst>
      <p:ext uri="{BB962C8B-B14F-4D97-AF65-F5344CB8AC3E}">
        <p14:creationId xmlns:p14="http://schemas.microsoft.com/office/powerpoint/2010/main" val="30891289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C55FAC9-23A2-478E-B585-6A97D45728F8}"/>
              </a:ext>
            </a:extLst>
          </p:cNvPr>
          <p:cNvPicPr>
            <a:picLocks noChangeAspect="1"/>
          </p:cNvPicPr>
          <p:nvPr/>
        </p:nvPicPr>
        <p:blipFill>
          <a:blip r:embed="rId2"/>
          <a:stretch>
            <a:fillRect/>
          </a:stretch>
        </p:blipFill>
        <p:spPr>
          <a:xfrm>
            <a:off x="1369658" y="0"/>
            <a:ext cx="9452683" cy="6858000"/>
          </a:xfrm>
          <a:prstGeom prst="rect">
            <a:avLst/>
          </a:prstGeom>
        </p:spPr>
      </p:pic>
    </p:spTree>
    <p:extLst>
      <p:ext uri="{BB962C8B-B14F-4D97-AF65-F5344CB8AC3E}">
        <p14:creationId xmlns:p14="http://schemas.microsoft.com/office/powerpoint/2010/main" val="1885543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A9C4E8-581A-4E73-B27B-71D0BD093319}"/>
              </a:ext>
            </a:extLst>
          </p:cNvPr>
          <p:cNvSpPr>
            <a:spLocks noGrp="1"/>
          </p:cNvSpPr>
          <p:nvPr>
            <p:ph type="sldNum" sz="quarter" idx="10"/>
          </p:nvPr>
        </p:nvSpPr>
        <p:spPr/>
        <p:txBody>
          <a:bodyPr/>
          <a:lstStyle/>
          <a:p>
            <a:pPr>
              <a:defRPr/>
            </a:pPr>
            <a:fld id="{095C3A6C-2EF2-4429-8171-61B701167257}" type="slidenum">
              <a:rPr lang="en-US" altLang="en-US" smtClean="0"/>
              <a:pPr>
                <a:defRPr/>
              </a:pPr>
              <a:t>17</a:t>
            </a:fld>
            <a:endParaRPr lang="en-US" altLang="en-US"/>
          </a:p>
        </p:txBody>
      </p:sp>
      <p:sp>
        <p:nvSpPr>
          <p:cNvPr id="3" name="Rectangle 2">
            <a:extLst>
              <a:ext uri="{FF2B5EF4-FFF2-40B4-BE49-F238E27FC236}">
                <a16:creationId xmlns:a16="http://schemas.microsoft.com/office/drawing/2014/main" id="{2C5010B1-A23D-46C3-A2F0-4934E81DD0DA}"/>
              </a:ext>
            </a:extLst>
          </p:cNvPr>
          <p:cNvSpPr txBox="1">
            <a:spLocks noChangeArrowheads="1"/>
          </p:cNvSpPr>
          <p:nvPr/>
        </p:nvSpPr>
        <p:spPr bwMode="auto">
          <a:xfrm>
            <a:off x="2438401" y="0"/>
            <a:ext cx="7381875"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ctr" anchorCtr="0" compatLnSpc="1">
            <a:prstTxWarp prst="textNoShape">
              <a:avLst/>
            </a:prstTxWarp>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defTabSz="4572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200" kern="0" dirty="0" err="1">
                <a:solidFill>
                  <a:srgbClr val="000000"/>
                </a:solidFill>
              </a:rPr>
              <a:t>Modelo</a:t>
            </a:r>
            <a:r>
              <a:rPr lang="en-GB" altLang="en-US" sz="3200" kern="0" dirty="0">
                <a:solidFill>
                  <a:srgbClr val="000000"/>
                </a:solidFill>
              </a:rPr>
              <a:t> de Black Scholes Merton</a:t>
            </a:r>
          </a:p>
        </p:txBody>
      </p:sp>
      <mc:AlternateContent xmlns:mc="http://schemas.openxmlformats.org/markup-compatibility/2006" xmlns:a14="http://schemas.microsoft.com/office/drawing/2010/main">
        <mc:Choice Requires="a14">
          <p:sp>
            <p:nvSpPr>
              <p:cNvPr id="5" name="Rectangle 3">
                <a:extLst>
                  <a:ext uri="{FF2B5EF4-FFF2-40B4-BE49-F238E27FC236}">
                    <a16:creationId xmlns:a16="http://schemas.microsoft.com/office/drawing/2014/main" id="{783F8FDA-144E-4BCA-A2A8-81771A52A97F}"/>
                  </a:ext>
                </a:extLst>
              </p:cNvPr>
              <p:cNvSpPr txBox="1">
                <a:spLocks noChangeArrowheads="1"/>
              </p:cNvSpPr>
              <p:nvPr/>
            </p:nvSpPr>
            <p:spPr bwMode="auto">
              <a:xfrm>
                <a:off x="1847850" y="1125538"/>
                <a:ext cx="8458200" cy="52578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Char char="•"/>
                  <a:defRPr sz="3200">
                    <a:solidFill>
                      <a:srgbClr val="4D4D4D"/>
                    </a:solidFill>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Wingdings" panose="05000000000000000000" pitchFamily="2" charset="2"/>
                  <a:buChar char="Ø"/>
                  <a:defRPr sz="2800">
                    <a:solidFill>
                      <a:srgbClr val="4D4D4D"/>
                    </a:solidFill>
                    <a:latin typeface="+mn-lt"/>
                  </a:defRPr>
                </a:lvl2pPr>
                <a:lvl3pPr marL="1085850" indent="-228600" algn="l" rtl="0" eaLnBrk="0" fontAlgn="base" hangingPunct="0">
                  <a:spcBef>
                    <a:spcPct val="20000"/>
                  </a:spcBef>
                  <a:spcAft>
                    <a:spcPct val="0"/>
                  </a:spcAft>
                  <a:buClr>
                    <a:schemeClr val="folHlink"/>
                  </a:buClr>
                  <a:buSzPct val="75000"/>
                  <a:buFont typeface="Wingdings" panose="05000000000000000000" pitchFamily="2" charset="2"/>
                  <a:buChar char="w"/>
                  <a:defRPr sz="2400">
                    <a:solidFill>
                      <a:srgbClr val="4D4D4D"/>
                    </a:solidFill>
                    <a:latin typeface="+mn-lt"/>
                  </a:defRPr>
                </a:lvl3pPr>
                <a:lvl4pPr marL="1428750" indent="-228600" algn="l" rtl="0" eaLnBrk="0" fontAlgn="base" hangingPunct="0">
                  <a:spcBef>
                    <a:spcPct val="20000"/>
                  </a:spcBef>
                  <a:spcAft>
                    <a:spcPct val="0"/>
                  </a:spcAft>
                  <a:buClr>
                    <a:schemeClr val="folHlink"/>
                  </a:buClr>
                  <a:buSzPct val="75000"/>
                  <a:buFont typeface="Wingdings" panose="05000000000000000000" pitchFamily="2" charset="2"/>
                  <a:buChar char="§"/>
                  <a:defRPr sz="2000">
                    <a:solidFill>
                      <a:srgbClr val="4D4D4D"/>
                    </a:solidFill>
                    <a:latin typeface="+mn-lt"/>
                  </a:defRPr>
                </a:lvl4pPr>
                <a:lvl5pPr marL="1771650" indent="-228600" algn="l" rtl="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mn-lt"/>
                  </a:defRPr>
                </a:lvl5pPr>
                <a:lvl6pPr marL="22288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6pPr>
                <a:lvl7pPr marL="26860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7pPr>
                <a:lvl8pPr marL="31432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8pPr>
                <a:lvl9pPr marL="36004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9pPr>
              </a:lstStyle>
              <a:p>
                <a:pPr marL="0" indent="0">
                  <a:buNone/>
                </a:pPr>
                <a:endParaRPr lang="es-ES" altLang="en-US" sz="2300" kern="0" dirty="0">
                  <a:solidFill>
                    <a:srgbClr val="000000"/>
                  </a:solidFill>
                </a:endParaRPr>
              </a:p>
              <a:p>
                <a:pPr marL="0" indent="0">
                  <a:buNone/>
                </a:pPr>
                <a:r>
                  <a:rPr lang="es-ES" sz="2300" dirty="0">
                    <a:solidFill>
                      <a:srgbClr val="000000"/>
                    </a:solidFill>
                  </a:rPr>
                  <a:t>Recordar</a:t>
                </a:r>
                <a:r>
                  <a:rPr lang="es-AR" sz="2300" dirty="0">
                    <a:solidFill>
                      <a:srgbClr val="000000"/>
                    </a:solidFill>
                  </a:rPr>
                  <a:t>: Una opción </a:t>
                </a:r>
                <a:r>
                  <a:rPr lang="es-AR" sz="2300" i="1" dirty="0" err="1">
                    <a:solidFill>
                      <a:srgbClr val="000000"/>
                    </a:solidFill>
                  </a:rPr>
                  <a:t>call</a:t>
                </a:r>
                <a:r>
                  <a:rPr lang="es-AR" sz="2300" dirty="0">
                    <a:solidFill>
                      <a:srgbClr val="000000"/>
                    </a:solidFill>
                  </a:rPr>
                  <a:t> europea sobre un activo es un contrato que le da el derecho a una de las partes a comprar dicho activo a un precio acordado y en una fecha estipulada.</a:t>
                </a:r>
              </a:p>
              <a:p>
                <a:pPr marL="0" indent="0">
                  <a:buNone/>
                </a:pPr>
                <a:r>
                  <a:rPr lang="es-AR" sz="2300" dirty="0">
                    <a:solidFill>
                      <a:srgbClr val="000000"/>
                    </a:solidFill>
                  </a:rPr>
                  <a:t>Notación</a:t>
                </a:r>
                <a:r>
                  <a:rPr lang="en-US" sz="2300" dirty="0">
                    <a:solidFill>
                      <a:srgbClr val="000000"/>
                    </a:solidFill>
                  </a:rPr>
                  <a:t>:</a:t>
                </a:r>
              </a:p>
              <a:p>
                <a:pPr lvl="1"/>
                <a14:m>
                  <m:oMath xmlns:m="http://schemas.openxmlformats.org/officeDocument/2006/math">
                    <m:r>
                      <a:rPr lang="pt-BR" sz="2300" i="1" dirty="0">
                        <a:solidFill>
                          <a:srgbClr val="000000"/>
                        </a:solidFill>
                        <a:latin typeface="Cambria Math" panose="02040503050406030204" pitchFamily="18" charset="0"/>
                      </a:rPr>
                      <m:t>𝑆</m:t>
                    </m:r>
                  </m:oMath>
                </a14:m>
                <a:r>
                  <a:rPr lang="pt-BR" sz="2300" dirty="0">
                    <a:solidFill>
                      <a:srgbClr val="000000"/>
                    </a:solidFill>
                  </a:rPr>
                  <a:t>:= precio del activo.</a:t>
                </a:r>
              </a:p>
              <a:p>
                <a:pPr lvl="1"/>
                <a14:m>
                  <m:oMath xmlns:m="http://schemas.openxmlformats.org/officeDocument/2006/math">
                    <m:r>
                      <a:rPr lang="es-ES" sz="2300" i="1" dirty="0">
                        <a:solidFill>
                          <a:srgbClr val="000000"/>
                        </a:solidFill>
                        <a:latin typeface="Cambria Math" panose="02040503050406030204" pitchFamily="18" charset="0"/>
                      </a:rPr>
                      <m:t>𝐾</m:t>
                    </m:r>
                  </m:oMath>
                </a14:m>
                <a:r>
                  <a:rPr lang="es-ES" sz="2300" dirty="0">
                    <a:solidFill>
                      <a:srgbClr val="000000"/>
                    </a:solidFill>
                  </a:rPr>
                  <a:t>:= precio de ejercicio.</a:t>
                </a:r>
              </a:p>
              <a:p>
                <a:pPr lvl="1"/>
                <a14:m>
                  <m:oMath xmlns:m="http://schemas.openxmlformats.org/officeDocument/2006/math">
                    <m:r>
                      <a:rPr lang="es-ES" sz="2300" i="1" dirty="0">
                        <a:solidFill>
                          <a:srgbClr val="000000"/>
                        </a:solidFill>
                        <a:latin typeface="Cambria Math" panose="02040503050406030204" pitchFamily="18" charset="0"/>
                      </a:rPr>
                      <m:t>𝑇</m:t>
                    </m:r>
                  </m:oMath>
                </a14:m>
                <a:r>
                  <a:rPr lang="es-ES" sz="2300" dirty="0">
                    <a:solidFill>
                      <a:srgbClr val="000000"/>
                    </a:solidFill>
                  </a:rPr>
                  <a:t>:= tiempo de expiración (vencimiento)</a:t>
                </a:r>
              </a:p>
              <a:p>
                <a:pPr lvl="1"/>
                <a14:m>
                  <m:oMath xmlns:m="http://schemas.openxmlformats.org/officeDocument/2006/math">
                    <m:r>
                      <a:rPr lang="en-US" sz="2300" i="1">
                        <a:solidFill>
                          <a:srgbClr val="000000"/>
                        </a:solidFill>
                        <a:latin typeface="Cambria Math" panose="02040503050406030204" pitchFamily="18" charset="0"/>
                      </a:rPr>
                      <m:t>𝜇</m:t>
                    </m:r>
                    <m:r>
                      <a:rPr lang="en-US" sz="2300" i="1">
                        <a:solidFill>
                          <a:srgbClr val="000000"/>
                        </a:solidFill>
                        <a:latin typeface="Cambria Math" panose="02040503050406030204" pitchFamily="18" charset="0"/>
                      </a:rPr>
                      <m:t>,</m:t>
                    </m:r>
                    <m:r>
                      <a:rPr lang="en-US" sz="2300" i="1">
                        <a:solidFill>
                          <a:srgbClr val="000000"/>
                        </a:solidFill>
                        <a:latin typeface="Cambria Math" panose="02040503050406030204" pitchFamily="18" charset="0"/>
                      </a:rPr>
                      <m:t>𝜎</m:t>
                    </m:r>
                  </m:oMath>
                </a14:m>
                <a:r>
                  <a:rPr lang="es-ES" sz="2300" dirty="0">
                    <a:solidFill>
                      <a:srgbClr val="000000"/>
                    </a:solidFill>
                  </a:rPr>
                  <a:t> := deriva (tendencia) y volatilidad del activo</a:t>
                </a:r>
              </a:p>
              <a:p>
                <a:pPr lvl="1"/>
                <a14:m>
                  <m:oMath xmlns:m="http://schemas.openxmlformats.org/officeDocument/2006/math">
                    <m:r>
                      <a:rPr lang="es-ES" sz="2300" i="1" dirty="0">
                        <a:solidFill>
                          <a:srgbClr val="000000"/>
                        </a:solidFill>
                        <a:latin typeface="Cambria Math" panose="02040503050406030204" pitchFamily="18" charset="0"/>
                      </a:rPr>
                      <m:t>𝐶</m:t>
                    </m:r>
                    <m:r>
                      <a:rPr lang="es-ES" sz="2300" i="1" dirty="0">
                        <a:solidFill>
                          <a:srgbClr val="000000"/>
                        </a:solidFill>
                        <a:latin typeface="Cambria Math" panose="02040503050406030204" pitchFamily="18" charset="0"/>
                      </a:rPr>
                      <m:t>(</m:t>
                    </m:r>
                    <m:r>
                      <a:rPr lang="es-ES" sz="2300" i="1" dirty="0">
                        <a:solidFill>
                          <a:srgbClr val="000000"/>
                        </a:solidFill>
                        <a:latin typeface="Cambria Math" panose="02040503050406030204" pitchFamily="18" charset="0"/>
                      </a:rPr>
                      <m:t>𝑆</m:t>
                    </m:r>
                    <m:r>
                      <a:rPr lang="es-ES" sz="2300" i="1" dirty="0">
                        <a:solidFill>
                          <a:srgbClr val="000000"/>
                        </a:solidFill>
                        <a:latin typeface="Cambria Math" panose="02040503050406030204" pitchFamily="18" charset="0"/>
                      </a:rPr>
                      <m:t>; </m:t>
                    </m:r>
                    <m:r>
                      <a:rPr lang="es-ES" sz="2300" i="1" dirty="0">
                        <a:solidFill>
                          <a:srgbClr val="000000"/>
                        </a:solidFill>
                        <a:latin typeface="Cambria Math" panose="02040503050406030204" pitchFamily="18" charset="0"/>
                      </a:rPr>
                      <m:t>𝑡</m:t>
                    </m:r>
                    <m:r>
                      <a:rPr lang="es-ES" sz="2300" i="1" dirty="0">
                        <a:solidFill>
                          <a:srgbClr val="000000"/>
                        </a:solidFill>
                        <a:latin typeface="Cambria Math" panose="02040503050406030204" pitchFamily="18" charset="0"/>
                      </a:rPr>
                      <m:t>)</m:t>
                    </m:r>
                  </m:oMath>
                </a14:m>
                <a:r>
                  <a:rPr lang="es-ES" sz="2300" dirty="0">
                    <a:solidFill>
                      <a:srgbClr val="000000"/>
                    </a:solidFill>
                  </a:rPr>
                  <a:t>:= valor de la opción.</a:t>
                </a:r>
              </a:p>
              <a:p>
                <a:pPr marL="0" indent="0">
                  <a:buNone/>
                </a:pPr>
                <a:endParaRPr lang="es-AR" sz="2300" dirty="0">
                  <a:solidFill>
                    <a:srgbClr val="000000"/>
                  </a:solidFill>
                </a:endParaRPr>
              </a:p>
              <a:p>
                <a:pPr marL="0" indent="0">
                  <a:buNone/>
                </a:pPr>
                <a:r>
                  <a:rPr lang="es-AR" sz="2300" dirty="0">
                    <a:solidFill>
                      <a:srgbClr val="000000"/>
                    </a:solidFill>
                  </a:rPr>
                  <a:t>Recordemos además </a:t>
                </a:r>
                <a:r>
                  <a:rPr lang="en-US" sz="2300" dirty="0">
                    <a:solidFill>
                      <a:srgbClr val="000000"/>
                    </a:solidFill>
                  </a:rPr>
                  <a:t>el </a:t>
                </a:r>
                <a:r>
                  <a:rPr lang="en-US" sz="2300" i="1" dirty="0">
                    <a:solidFill>
                      <a:srgbClr val="000000"/>
                    </a:solidFill>
                  </a:rPr>
                  <a:t>payoff</a:t>
                </a:r>
                <a:r>
                  <a:rPr lang="en-US" sz="2300" dirty="0">
                    <a:solidFill>
                      <a:srgbClr val="000000"/>
                    </a:solidFill>
                  </a:rPr>
                  <a:t>:</a:t>
                </a:r>
              </a:p>
              <a:p>
                <a:pPr marL="0" indent="0">
                  <a:buNone/>
                </a:pPr>
                <a14:m>
                  <m:oMathPara xmlns:m="http://schemas.openxmlformats.org/officeDocument/2006/math">
                    <m:oMathParaPr>
                      <m:jc m:val="centerGroup"/>
                    </m:oMathParaPr>
                    <m:oMath xmlns:m="http://schemas.openxmlformats.org/officeDocument/2006/math">
                      <m:r>
                        <a:rPr lang="en-US" sz="2300" i="1" dirty="0">
                          <a:solidFill>
                            <a:srgbClr val="000000"/>
                          </a:solidFill>
                          <a:latin typeface="Cambria Math" panose="02040503050406030204" pitchFamily="18" charset="0"/>
                        </a:rPr>
                        <m:t>𝐶</m:t>
                      </m:r>
                      <m:d>
                        <m:dPr>
                          <m:ctrlPr>
                            <a:rPr lang="en-US" sz="2300" i="1" dirty="0">
                              <a:solidFill>
                                <a:srgbClr val="000000"/>
                              </a:solidFill>
                              <a:latin typeface="Cambria Math" panose="02040503050406030204" pitchFamily="18" charset="0"/>
                            </a:rPr>
                          </m:ctrlPr>
                        </m:dPr>
                        <m:e>
                          <m:r>
                            <a:rPr lang="en-US" sz="2300" i="1" dirty="0">
                              <a:solidFill>
                                <a:srgbClr val="000000"/>
                              </a:solidFill>
                              <a:latin typeface="Cambria Math" panose="02040503050406030204" pitchFamily="18" charset="0"/>
                            </a:rPr>
                            <m:t>𝑆</m:t>
                          </m:r>
                          <m:d>
                            <m:dPr>
                              <m:ctrlPr>
                                <a:rPr lang="en-US" sz="2300" i="1" dirty="0">
                                  <a:solidFill>
                                    <a:srgbClr val="000000"/>
                                  </a:solidFill>
                                  <a:latin typeface="Cambria Math" panose="02040503050406030204" pitchFamily="18" charset="0"/>
                                </a:rPr>
                              </m:ctrlPr>
                            </m:dPr>
                            <m:e>
                              <m:r>
                                <a:rPr lang="en-US" sz="2300" i="1" dirty="0">
                                  <a:solidFill>
                                    <a:srgbClr val="000000"/>
                                  </a:solidFill>
                                  <a:latin typeface="Cambria Math" panose="02040503050406030204" pitchFamily="18" charset="0"/>
                                </a:rPr>
                                <m:t>𝑇</m:t>
                              </m:r>
                            </m:e>
                          </m:d>
                          <m:r>
                            <a:rPr lang="en-US" sz="2300" i="1" dirty="0">
                              <a:solidFill>
                                <a:srgbClr val="000000"/>
                              </a:solidFill>
                              <a:latin typeface="Cambria Math" panose="02040503050406030204" pitchFamily="18" charset="0"/>
                            </a:rPr>
                            <m:t>,</m:t>
                          </m:r>
                          <m:r>
                            <a:rPr lang="en-US" sz="2300" i="1" dirty="0">
                              <a:solidFill>
                                <a:srgbClr val="000000"/>
                              </a:solidFill>
                              <a:latin typeface="Cambria Math" panose="02040503050406030204" pitchFamily="18" charset="0"/>
                            </a:rPr>
                            <m:t>𝑇</m:t>
                          </m:r>
                        </m:e>
                      </m:d>
                      <m:r>
                        <a:rPr lang="en-US" sz="2300" i="1" dirty="0">
                          <a:solidFill>
                            <a:srgbClr val="000000"/>
                          </a:solidFill>
                          <a:latin typeface="Cambria Math" panose="02040503050406030204" pitchFamily="18" charset="0"/>
                        </a:rPr>
                        <m:t>=</m:t>
                      </m:r>
                      <m:func>
                        <m:funcPr>
                          <m:ctrlPr>
                            <a:rPr lang="en-US" sz="2300" i="1" dirty="0">
                              <a:solidFill>
                                <a:srgbClr val="000000"/>
                              </a:solidFill>
                              <a:latin typeface="Cambria Math" panose="02040503050406030204" pitchFamily="18" charset="0"/>
                            </a:rPr>
                          </m:ctrlPr>
                        </m:funcPr>
                        <m:fName>
                          <m:r>
                            <m:rPr>
                              <m:sty m:val="p"/>
                            </m:rPr>
                            <a:rPr lang="en-US" sz="2300" dirty="0">
                              <a:solidFill>
                                <a:srgbClr val="000000"/>
                              </a:solidFill>
                              <a:latin typeface="Cambria Math" panose="02040503050406030204" pitchFamily="18" charset="0"/>
                            </a:rPr>
                            <m:t>max</m:t>
                          </m:r>
                        </m:fName>
                        <m:e>
                          <m:r>
                            <a:rPr lang="en-US" sz="2300" i="1" dirty="0">
                              <a:solidFill>
                                <a:srgbClr val="000000"/>
                              </a:solidFill>
                              <a:latin typeface="Cambria Math" panose="02040503050406030204" pitchFamily="18" charset="0"/>
                            </a:rPr>
                            <m:t>(</m:t>
                          </m:r>
                          <m:r>
                            <a:rPr lang="en-US" sz="2300" i="1" dirty="0">
                              <a:solidFill>
                                <a:srgbClr val="000000"/>
                              </a:solidFill>
                              <a:latin typeface="Cambria Math" panose="02040503050406030204" pitchFamily="18" charset="0"/>
                            </a:rPr>
                            <m:t>𝑆</m:t>
                          </m:r>
                          <m:d>
                            <m:dPr>
                              <m:ctrlPr>
                                <a:rPr lang="en-US" sz="2300" i="1" dirty="0">
                                  <a:solidFill>
                                    <a:srgbClr val="000000"/>
                                  </a:solidFill>
                                  <a:latin typeface="Cambria Math" panose="02040503050406030204" pitchFamily="18" charset="0"/>
                                </a:rPr>
                              </m:ctrlPr>
                            </m:dPr>
                            <m:e>
                              <m:r>
                                <a:rPr lang="en-US" sz="2300" i="1" dirty="0">
                                  <a:solidFill>
                                    <a:srgbClr val="000000"/>
                                  </a:solidFill>
                                  <a:latin typeface="Cambria Math" panose="02040503050406030204" pitchFamily="18" charset="0"/>
                                </a:rPr>
                                <m:t>𝑇</m:t>
                              </m:r>
                            </m:e>
                          </m:d>
                          <m:r>
                            <a:rPr lang="en-US" sz="2300" i="1" dirty="0">
                              <a:solidFill>
                                <a:srgbClr val="000000"/>
                              </a:solidFill>
                              <a:latin typeface="Cambria Math" panose="02040503050406030204" pitchFamily="18" charset="0"/>
                            </a:rPr>
                            <m:t>−</m:t>
                          </m:r>
                          <m:r>
                            <a:rPr lang="en-US" sz="2300" i="1" dirty="0">
                              <a:solidFill>
                                <a:srgbClr val="000000"/>
                              </a:solidFill>
                              <a:latin typeface="Cambria Math" panose="02040503050406030204" pitchFamily="18" charset="0"/>
                            </a:rPr>
                            <m:t>𝐾</m:t>
                          </m:r>
                          <m:r>
                            <a:rPr lang="en-US" sz="2300" i="1" dirty="0">
                              <a:solidFill>
                                <a:srgbClr val="000000"/>
                              </a:solidFill>
                              <a:latin typeface="Cambria Math" panose="02040503050406030204" pitchFamily="18" charset="0"/>
                            </a:rPr>
                            <m:t>,0)</m:t>
                          </m:r>
                        </m:e>
                      </m:func>
                    </m:oMath>
                  </m:oMathPara>
                </a14:m>
                <a:endParaRPr lang="es-ES" altLang="en-US" sz="2300" kern="0" dirty="0">
                  <a:solidFill>
                    <a:srgbClr val="000000"/>
                  </a:solidFill>
                </a:endParaRPr>
              </a:p>
            </p:txBody>
          </p:sp>
        </mc:Choice>
        <mc:Fallback xmlns="">
          <p:sp>
            <p:nvSpPr>
              <p:cNvPr id="5" name="Rectangle 3">
                <a:extLst>
                  <a:ext uri="{FF2B5EF4-FFF2-40B4-BE49-F238E27FC236}">
                    <a16:creationId xmlns:a16="http://schemas.microsoft.com/office/drawing/2014/main" id="{783F8FDA-144E-4BCA-A2A8-81771A52A97F}"/>
                  </a:ext>
                </a:extLst>
              </p:cNvPr>
              <p:cNvSpPr txBox="1">
                <a:spLocks noRot="1" noChangeAspect="1" noMove="1" noResize="1" noEditPoints="1" noAdjustHandles="1" noChangeArrowheads="1" noChangeShapeType="1" noTextEdit="1"/>
              </p:cNvSpPr>
              <p:nvPr/>
            </p:nvSpPr>
            <p:spPr bwMode="auto">
              <a:xfrm>
                <a:off x="1847850" y="1125538"/>
                <a:ext cx="8458200" cy="5257800"/>
              </a:xfrm>
              <a:prstGeom prst="rect">
                <a:avLst/>
              </a:prstGeom>
              <a:blipFill>
                <a:blip r:embed="rId2"/>
                <a:stretch>
                  <a:fillRect l="-1009" b="-208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9517260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A9C4E8-581A-4E73-B27B-71D0BD093319}"/>
              </a:ext>
            </a:extLst>
          </p:cNvPr>
          <p:cNvSpPr>
            <a:spLocks noGrp="1"/>
          </p:cNvSpPr>
          <p:nvPr>
            <p:ph type="sldNum" sz="quarter" idx="10"/>
          </p:nvPr>
        </p:nvSpPr>
        <p:spPr/>
        <p:txBody>
          <a:bodyPr/>
          <a:lstStyle/>
          <a:p>
            <a:pPr>
              <a:defRPr/>
            </a:pPr>
            <a:fld id="{095C3A6C-2EF2-4429-8171-61B701167257}" type="slidenum">
              <a:rPr lang="en-US" altLang="en-US" smtClean="0"/>
              <a:pPr>
                <a:defRPr/>
              </a:pPr>
              <a:t>18</a:t>
            </a:fld>
            <a:endParaRPr lang="en-US" altLang="en-US"/>
          </a:p>
        </p:txBody>
      </p:sp>
      <p:sp>
        <p:nvSpPr>
          <p:cNvPr id="3" name="Rectangle 2">
            <a:extLst>
              <a:ext uri="{FF2B5EF4-FFF2-40B4-BE49-F238E27FC236}">
                <a16:creationId xmlns:a16="http://schemas.microsoft.com/office/drawing/2014/main" id="{2C5010B1-A23D-46C3-A2F0-4934E81DD0DA}"/>
              </a:ext>
            </a:extLst>
          </p:cNvPr>
          <p:cNvSpPr txBox="1">
            <a:spLocks noChangeArrowheads="1"/>
          </p:cNvSpPr>
          <p:nvPr/>
        </p:nvSpPr>
        <p:spPr bwMode="auto">
          <a:xfrm>
            <a:off x="2438401" y="0"/>
            <a:ext cx="7381875"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ctr" anchorCtr="0" compatLnSpc="1">
            <a:prstTxWarp prst="textNoShape">
              <a:avLst/>
            </a:prstTxWarp>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defTabSz="4572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200" kern="0" dirty="0" err="1">
                <a:solidFill>
                  <a:srgbClr val="000000"/>
                </a:solidFill>
              </a:rPr>
              <a:t>Supuestos</a:t>
            </a:r>
            <a:r>
              <a:rPr lang="en-GB" altLang="en-US" sz="3200" kern="0" dirty="0">
                <a:solidFill>
                  <a:srgbClr val="000000"/>
                </a:solidFill>
              </a:rPr>
              <a:t> de Black Scholes (1/2)</a:t>
            </a:r>
          </a:p>
        </p:txBody>
      </p:sp>
      <mc:AlternateContent xmlns:mc="http://schemas.openxmlformats.org/markup-compatibility/2006" xmlns:a14="http://schemas.microsoft.com/office/drawing/2010/main">
        <mc:Choice Requires="a14">
          <p:sp>
            <p:nvSpPr>
              <p:cNvPr id="5" name="Rectangle 3">
                <a:extLst>
                  <a:ext uri="{FF2B5EF4-FFF2-40B4-BE49-F238E27FC236}">
                    <a16:creationId xmlns:a16="http://schemas.microsoft.com/office/drawing/2014/main" id="{783F8FDA-144E-4BCA-A2A8-81771A52A97F}"/>
                  </a:ext>
                </a:extLst>
              </p:cNvPr>
              <p:cNvSpPr txBox="1">
                <a:spLocks noChangeArrowheads="1"/>
              </p:cNvSpPr>
              <p:nvPr/>
            </p:nvSpPr>
            <p:spPr bwMode="auto">
              <a:xfrm>
                <a:off x="1847850" y="1125538"/>
                <a:ext cx="8458200" cy="52578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Char char="•"/>
                  <a:defRPr sz="3200">
                    <a:solidFill>
                      <a:srgbClr val="4D4D4D"/>
                    </a:solidFill>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Wingdings" panose="05000000000000000000" pitchFamily="2" charset="2"/>
                  <a:buChar char="Ø"/>
                  <a:defRPr sz="2800">
                    <a:solidFill>
                      <a:srgbClr val="4D4D4D"/>
                    </a:solidFill>
                    <a:latin typeface="+mn-lt"/>
                  </a:defRPr>
                </a:lvl2pPr>
                <a:lvl3pPr marL="1085850" indent="-228600" algn="l" rtl="0" eaLnBrk="0" fontAlgn="base" hangingPunct="0">
                  <a:spcBef>
                    <a:spcPct val="20000"/>
                  </a:spcBef>
                  <a:spcAft>
                    <a:spcPct val="0"/>
                  </a:spcAft>
                  <a:buClr>
                    <a:schemeClr val="folHlink"/>
                  </a:buClr>
                  <a:buSzPct val="75000"/>
                  <a:buFont typeface="Wingdings" panose="05000000000000000000" pitchFamily="2" charset="2"/>
                  <a:buChar char="w"/>
                  <a:defRPr sz="2400">
                    <a:solidFill>
                      <a:srgbClr val="4D4D4D"/>
                    </a:solidFill>
                    <a:latin typeface="+mn-lt"/>
                  </a:defRPr>
                </a:lvl3pPr>
                <a:lvl4pPr marL="1428750" indent="-228600" algn="l" rtl="0" eaLnBrk="0" fontAlgn="base" hangingPunct="0">
                  <a:spcBef>
                    <a:spcPct val="20000"/>
                  </a:spcBef>
                  <a:spcAft>
                    <a:spcPct val="0"/>
                  </a:spcAft>
                  <a:buClr>
                    <a:schemeClr val="folHlink"/>
                  </a:buClr>
                  <a:buSzPct val="75000"/>
                  <a:buFont typeface="Wingdings" panose="05000000000000000000" pitchFamily="2" charset="2"/>
                  <a:buChar char="§"/>
                  <a:defRPr sz="2000">
                    <a:solidFill>
                      <a:srgbClr val="4D4D4D"/>
                    </a:solidFill>
                    <a:latin typeface="+mn-lt"/>
                  </a:defRPr>
                </a:lvl4pPr>
                <a:lvl5pPr marL="1771650" indent="-228600" algn="l" rtl="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mn-lt"/>
                  </a:defRPr>
                </a:lvl5pPr>
                <a:lvl6pPr marL="22288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6pPr>
                <a:lvl7pPr marL="26860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7pPr>
                <a:lvl8pPr marL="31432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8pPr>
                <a:lvl9pPr marL="36004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9pPr>
              </a:lstStyle>
              <a:p>
                <a:pPr marL="0" indent="0">
                  <a:buNone/>
                </a:pPr>
                <a:r>
                  <a:rPr lang="es-AR" altLang="en-US" sz="2300" kern="0" dirty="0">
                    <a:solidFill>
                      <a:srgbClr val="000000"/>
                    </a:solidFill>
                  </a:rPr>
                  <a:t>Estos son los supuestos que nos van a permitir derivar la formula de Black Scholes Merton</a:t>
                </a:r>
              </a:p>
              <a:p>
                <a:pPr marL="0" indent="0">
                  <a:buNone/>
                </a:pPr>
                <a:endParaRPr lang="es-AR" altLang="en-US" sz="2300" kern="0" dirty="0">
                  <a:solidFill>
                    <a:srgbClr val="000000"/>
                  </a:solidFill>
                </a:endParaRPr>
              </a:p>
              <a:p>
                <a:pPr marL="457200" indent="-457200">
                  <a:buAutoNum type="arabicPeriod"/>
                </a:pPr>
                <a:r>
                  <a:rPr lang="es-AR" altLang="en-US" sz="2300" kern="0" dirty="0">
                    <a:solidFill>
                      <a:srgbClr val="000000"/>
                    </a:solidFill>
                  </a:rPr>
                  <a:t>El precio del activo sigue un </a:t>
                </a:r>
                <a:r>
                  <a:rPr lang="es-AR" altLang="en-US" sz="2300" kern="0" dirty="0">
                    <a:solidFill>
                      <a:schemeClr val="tx1">
                        <a:lumMod val="60000"/>
                        <a:lumOff val="40000"/>
                      </a:schemeClr>
                    </a:solidFill>
                  </a:rPr>
                  <a:t>movimiento Browniano geométrico </a:t>
                </a:r>
                <a:r>
                  <a:rPr lang="es-AR" altLang="en-US" sz="2300" kern="0" dirty="0">
                    <a:solidFill>
                      <a:srgbClr val="000000"/>
                    </a:solidFill>
                  </a:rPr>
                  <a:t>con </a:t>
                </a:r>
                <a14:m>
                  <m:oMath xmlns:m="http://schemas.openxmlformats.org/officeDocument/2006/math">
                    <m:r>
                      <a:rPr lang="es-AR" altLang="en-US" sz="2300" i="1" kern="0">
                        <a:solidFill>
                          <a:srgbClr val="000000"/>
                        </a:solidFill>
                        <a:latin typeface="Cambria Math" panose="02040503050406030204" pitchFamily="18" charset="0"/>
                      </a:rPr>
                      <m:t>𝜇</m:t>
                    </m:r>
                  </m:oMath>
                </a14:m>
                <a:r>
                  <a:rPr lang="es-AR" altLang="en-US" sz="2300" kern="0" dirty="0">
                    <a:solidFill>
                      <a:srgbClr val="000000"/>
                    </a:solidFill>
                  </a:rPr>
                  <a:t>, y </a:t>
                </a:r>
                <a14:m>
                  <m:oMath xmlns:m="http://schemas.openxmlformats.org/officeDocument/2006/math">
                    <m:r>
                      <a:rPr lang="es-AR" altLang="en-US" sz="2300" i="1" kern="0">
                        <a:solidFill>
                          <a:srgbClr val="000000"/>
                        </a:solidFill>
                        <a:latin typeface="Cambria Math" panose="02040503050406030204" pitchFamily="18" charset="0"/>
                      </a:rPr>
                      <m:t>𝜎</m:t>
                    </m:r>
                    <m:r>
                      <a:rPr lang="es-AR" altLang="en-US" sz="2300" i="1" kern="0">
                        <a:solidFill>
                          <a:srgbClr val="000000"/>
                        </a:solidFill>
                        <a:latin typeface="Cambria Math" panose="02040503050406030204" pitchFamily="18" charset="0"/>
                      </a:rPr>
                      <m:t> </m:t>
                    </m:r>
                  </m:oMath>
                </a14:m>
                <a:r>
                  <a:rPr lang="es-AR" altLang="en-US" sz="2300" kern="0" dirty="0">
                    <a:solidFill>
                      <a:srgbClr val="000000"/>
                    </a:solidFill>
                  </a:rPr>
                  <a:t>constantes.</a:t>
                </a:r>
              </a:p>
              <a:p>
                <a:pPr marL="457200" indent="-457200">
                  <a:buAutoNum type="arabicPeriod"/>
                </a:pPr>
                <a:endParaRPr lang="es-AR" altLang="en-US" sz="2300" kern="0" dirty="0">
                  <a:solidFill>
                    <a:srgbClr val="000000"/>
                  </a:solidFill>
                </a:endParaRPr>
              </a:p>
              <a:p>
                <a:pPr marL="457200" indent="-457200">
                  <a:buAutoNum type="arabicPeriod"/>
                </a:pPr>
                <a:r>
                  <a:rPr lang="es-AR" altLang="en-US" sz="2300" kern="0" dirty="0">
                    <a:solidFill>
                      <a:srgbClr val="000000"/>
                    </a:solidFill>
                  </a:rPr>
                  <a:t>Es permitido la </a:t>
                </a:r>
                <a:r>
                  <a:rPr lang="es-AR" altLang="en-US" sz="2300" kern="0" dirty="0">
                    <a:solidFill>
                      <a:schemeClr val="tx1">
                        <a:lumMod val="60000"/>
                        <a:lumOff val="40000"/>
                      </a:schemeClr>
                    </a:solidFill>
                  </a:rPr>
                  <a:t>compra en corto </a:t>
                </a:r>
                <a:r>
                  <a:rPr lang="es-AR" altLang="en-US" sz="2300" kern="0" dirty="0">
                    <a:solidFill>
                      <a:srgbClr val="000000"/>
                    </a:solidFill>
                  </a:rPr>
                  <a:t>(</a:t>
                </a:r>
                <a:r>
                  <a:rPr lang="es-AR" altLang="en-US" sz="2300" i="1" kern="0" dirty="0">
                    <a:solidFill>
                      <a:srgbClr val="000000"/>
                    </a:solidFill>
                  </a:rPr>
                  <a:t>short </a:t>
                </a:r>
                <a:r>
                  <a:rPr lang="es-AR" altLang="en-US" sz="2300" i="1" kern="0" dirty="0" err="1">
                    <a:solidFill>
                      <a:srgbClr val="000000"/>
                    </a:solidFill>
                  </a:rPr>
                  <a:t>selling</a:t>
                </a:r>
                <a:r>
                  <a:rPr lang="es-AR" altLang="en-US" sz="2300" kern="0" dirty="0">
                    <a:solidFill>
                      <a:srgbClr val="000000"/>
                    </a:solidFill>
                  </a:rPr>
                  <a:t>) del activo. </a:t>
                </a:r>
              </a:p>
              <a:p>
                <a:pPr marL="457200" indent="-457200">
                  <a:buAutoNum type="arabicPeriod"/>
                </a:pPr>
                <a:endParaRPr lang="es-AR" altLang="en-US" sz="2300" kern="0" dirty="0">
                  <a:solidFill>
                    <a:srgbClr val="000000"/>
                  </a:solidFill>
                </a:endParaRPr>
              </a:p>
              <a:p>
                <a:pPr marL="457200" indent="-457200">
                  <a:buAutoNum type="arabicPeriod"/>
                </a:pPr>
                <a:r>
                  <a:rPr lang="es-AR" altLang="en-US" sz="2300" kern="0" dirty="0">
                    <a:solidFill>
                      <a:srgbClr val="000000"/>
                    </a:solidFill>
                  </a:rPr>
                  <a:t>No hay presencia de </a:t>
                </a:r>
                <a:r>
                  <a:rPr lang="es-AR" altLang="en-US" sz="2300" kern="0" dirty="0">
                    <a:solidFill>
                      <a:schemeClr val="tx1">
                        <a:lumMod val="60000"/>
                        <a:lumOff val="40000"/>
                      </a:schemeClr>
                    </a:solidFill>
                  </a:rPr>
                  <a:t>costos de transacción </a:t>
                </a:r>
                <a:r>
                  <a:rPr lang="es-AR" altLang="en-US" sz="2300" kern="0" dirty="0">
                    <a:solidFill>
                      <a:srgbClr val="000000"/>
                    </a:solidFill>
                  </a:rPr>
                  <a:t>y todos los activos son </a:t>
                </a:r>
                <a:r>
                  <a:rPr lang="es-AR" altLang="en-US" sz="2300" kern="0" dirty="0">
                    <a:solidFill>
                      <a:schemeClr val="tx1">
                        <a:lumMod val="60000"/>
                        <a:lumOff val="40000"/>
                      </a:schemeClr>
                    </a:solidFill>
                  </a:rPr>
                  <a:t>perfectamente divisibles</a:t>
                </a:r>
                <a:r>
                  <a:rPr lang="es-AR" altLang="en-US" sz="2300" kern="0" dirty="0">
                    <a:solidFill>
                      <a:srgbClr val="000000"/>
                    </a:solidFill>
                  </a:rPr>
                  <a:t>.</a:t>
                </a:r>
              </a:p>
            </p:txBody>
          </p:sp>
        </mc:Choice>
        <mc:Fallback xmlns="">
          <p:sp>
            <p:nvSpPr>
              <p:cNvPr id="5" name="Rectangle 3">
                <a:extLst>
                  <a:ext uri="{FF2B5EF4-FFF2-40B4-BE49-F238E27FC236}">
                    <a16:creationId xmlns:a16="http://schemas.microsoft.com/office/drawing/2014/main" id="{783F8FDA-144E-4BCA-A2A8-81771A52A97F}"/>
                  </a:ext>
                </a:extLst>
              </p:cNvPr>
              <p:cNvSpPr txBox="1">
                <a:spLocks noRot="1" noChangeAspect="1" noMove="1" noResize="1" noEditPoints="1" noAdjustHandles="1" noChangeArrowheads="1" noChangeShapeType="1" noTextEdit="1"/>
              </p:cNvSpPr>
              <p:nvPr/>
            </p:nvSpPr>
            <p:spPr bwMode="auto">
              <a:xfrm>
                <a:off x="1847850" y="1125538"/>
                <a:ext cx="8458200" cy="5257800"/>
              </a:xfrm>
              <a:prstGeom prst="rect">
                <a:avLst/>
              </a:prstGeom>
              <a:blipFill>
                <a:blip r:embed="rId2"/>
                <a:stretch>
                  <a:fillRect l="-1081" t="-928" r="-122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42475261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A9C4E8-581A-4E73-B27B-71D0BD093319}"/>
              </a:ext>
            </a:extLst>
          </p:cNvPr>
          <p:cNvSpPr>
            <a:spLocks noGrp="1"/>
          </p:cNvSpPr>
          <p:nvPr>
            <p:ph type="sldNum" sz="quarter" idx="10"/>
          </p:nvPr>
        </p:nvSpPr>
        <p:spPr/>
        <p:txBody>
          <a:bodyPr/>
          <a:lstStyle/>
          <a:p>
            <a:pPr>
              <a:defRPr/>
            </a:pPr>
            <a:fld id="{095C3A6C-2EF2-4429-8171-61B701167257}" type="slidenum">
              <a:rPr lang="en-US" altLang="en-US" smtClean="0"/>
              <a:pPr>
                <a:defRPr/>
              </a:pPr>
              <a:t>19</a:t>
            </a:fld>
            <a:endParaRPr lang="en-US" altLang="en-US"/>
          </a:p>
        </p:txBody>
      </p:sp>
      <p:sp>
        <p:nvSpPr>
          <p:cNvPr id="3" name="Rectangle 2">
            <a:extLst>
              <a:ext uri="{FF2B5EF4-FFF2-40B4-BE49-F238E27FC236}">
                <a16:creationId xmlns:a16="http://schemas.microsoft.com/office/drawing/2014/main" id="{2C5010B1-A23D-46C3-A2F0-4934E81DD0DA}"/>
              </a:ext>
            </a:extLst>
          </p:cNvPr>
          <p:cNvSpPr txBox="1">
            <a:spLocks noChangeArrowheads="1"/>
          </p:cNvSpPr>
          <p:nvPr/>
        </p:nvSpPr>
        <p:spPr bwMode="auto">
          <a:xfrm>
            <a:off x="2438401" y="0"/>
            <a:ext cx="7381875"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ctr" anchorCtr="0" compatLnSpc="1">
            <a:prstTxWarp prst="textNoShape">
              <a:avLst/>
            </a:prstTxWarp>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defTabSz="4572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200" kern="0" dirty="0" err="1">
                <a:solidFill>
                  <a:srgbClr val="000000"/>
                </a:solidFill>
              </a:rPr>
              <a:t>Supuestos</a:t>
            </a:r>
            <a:r>
              <a:rPr lang="en-GB" altLang="en-US" sz="3200" kern="0" dirty="0">
                <a:solidFill>
                  <a:srgbClr val="000000"/>
                </a:solidFill>
              </a:rPr>
              <a:t> de Black Scholes (2/2)</a:t>
            </a:r>
          </a:p>
        </p:txBody>
      </p:sp>
      <mc:AlternateContent xmlns:mc="http://schemas.openxmlformats.org/markup-compatibility/2006" xmlns:a14="http://schemas.microsoft.com/office/drawing/2010/main">
        <mc:Choice Requires="a14">
          <p:sp>
            <p:nvSpPr>
              <p:cNvPr id="5" name="Rectangle 3">
                <a:extLst>
                  <a:ext uri="{FF2B5EF4-FFF2-40B4-BE49-F238E27FC236}">
                    <a16:creationId xmlns:a16="http://schemas.microsoft.com/office/drawing/2014/main" id="{783F8FDA-144E-4BCA-A2A8-81771A52A97F}"/>
                  </a:ext>
                </a:extLst>
              </p:cNvPr>
              <p:cNvSpPr txBox="1">
                <a:spLocks noChangeArrowheads="1"/>
              </p:cNvSpPr>
              <p:nvPr/>
            </p:nvSpPr>
            <p:spPr bwMode="auto">
              <a:xfrm>
                <a:off x="1847850" y="1125538"/>
                <a:ext cx="8458200" cy="52578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Char char="•"/>
                  <a:defRPr sz="3200">
                    <a:solidFill>
                      <a:srgbClr val="4D4D4D"/>
                    </a:solidFill>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Wingdings" panose="05000000000000000000" pitchFamily="2" charset="2"/>
                  <a:buChar char="Ø"/>
                  <a:defRPr sz="2800">
                    <a:solidFill>
                      <a:srgbClr val="4D4D4D"/>
                    </a:solidFill>
                    <a:latin typeface="+mn-lt"/>
                  </a:defRPr>
                </a:lvl2pPr>
                <a:lvl3pPr marL="1085850" indent="-228600" algn="l" rtl="0" eaLnBrk="0" fontAlgn="base" hangingPunct="0">
                  <a:spcBef>
                    <a:spcPct val="20000"/>
                  </a:spcBef>
                  <a:spcAft>
                    <a:spcPct val="0"/>
                  </a:spcAft>
                  <a:buClr>
                    <a:schemeClr val="folHlink"/>
                  </a:buClr>
                  <a:buSzPct val="75000"/>
                  <a:buFont typeface="Wingdings" panose="05000000000000000000" pitchFamily="2" charset="2"/>
                  <a:buChar char="w"/>
                  <a:defRPr sz="2400">
                    <a:solidFill>
                      <a:srgbClr val="4D4D4D"/>
                    </a:solidFill>
                    <a:latin typeface="+mn-lt"/>
                  </a:defRPr>
                </a:lvl3pPr>
                <a:lvl4pPr marL="1428750" indent="-228600" algn="l" rtl="0" eaLnBrk="0" fontAlgn="base" hangingPunct="0">
                  <a:spcBef>
                    <a:spcPct val="20000"/>
                  </a:spcBef>
                  <a:spcAft>
                    <a:spcPct val="0"/>
                  </a:spcAft>
                  <a:buClr>
                    <a:schemeClr val="folHlink"/>
                  </a:buClr>
                  <a:buSzPct val="75000"/>
                  <a:buFont typeface="Wingdings" panose="05000000000000000000" pitchFamily="2" charset="2"/>
                  <a:buChar char="§"/>
                  <a:defRPr sz="2000">
                    <a:solidFill>
                      <a:srgbClr val="4D4D4D"/>
                    </a:solidFill>
                    <a:latin typeface="+mn-lt"/>
                  </a:defRPr>
                </a:lvl4pPr>
                <a:lvl5pPr marL="1771650" indent="-228600" algn="l" rtl="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mn-lt"/>
                  </a:defRPr>
                </a:lvl5pPr>
                <a:lvl6pPr marL="22288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6pPr>
                <a:lvl7pPr marL="26860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7pPr>
                <a:lvl8pPr marL="31432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8pPr>
                <a:lvl9pPr marL="36004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9pPr>
              </a:lstStyle>
              <a:p>
                <a:endParaRPr lang="en-US" altLang="en-US" sz="2300" kern="0" dirty="0">
                  <a:solidFill>
                    <a:srgbClr val="000000"/>
                  </a:solidFill>
                </a:endParaRPr>
              </a:p>
              <a:p>
                <a:pPr marL="457200" indent="-457200">
                  <a:buFont typeface="+mj-lt"/>
                  <a:buAutoNum type="arabicPeriod" startAt="4"/>
                </a:pPr>
                <a:r>
                  <a:rPr lang="es-AR" altLang="en-US" sz="2300" kern="0" dirty="0">
                    <a:solidFill>
                      <a:srgbClr val="000000"/>
                    </a:solidFill>
                  </a:rPr>
                  <a:t>El activo </a:t>
                </a:r>
                <a:r>
                  <a:rPr lang="es-AR" altLang="en-US" sz="2300" kern="0" dirty="0">
                    <a:solidFill>
                      <a:schemeClr val="tx1">
                        <a:lumMod val="60000"/>
                        <a:lumOff val="40000"/>
                      </a:schemeClr>
                    </a:solidFill>
                  </a:rPr>
                  <a:t>no paga dividendos </a:t>
                </a:r>
                <a:r>
                  <a:rPr lang="es-AR" altLang="en-US" sz="2300" kern="0" dirty="0">
                    <a:solidFill>
                      <a:srgbClr val="000000"/>
                    </a:solidFill>
                  </a:rPr>
                  <a:t>en la vida del derivado</a:t>
                </a:r>
              </a:p>
              <a:p>
                <a:pPr marL="457200" indent="-457200">
                  <a:buFont typeface="+mj-lt"/>
                  <a:buAutoNum type="arabicPeriod" startAt="4"/>
                </a:pPr>
                <a:endParaRPr lang="es-AR" altLang="en-US" sz="2300" kern="0" dirty="0">
                  <a:solidFill>
                    <a:srgbClr val="000000"/>
                  </a:solidFill>
                </a:endParaRPr>
              </a:p>
              <a:p>
                <a:pPr marL="457200" indent="-457200">
                  <a:buFont typeface="+mj-lt"/>
                  <a:buAutoNum type="arabicPeriod" startAt="4"/>
                </a:pPr>
                <a:r>
                  <a:rPr lang="es-AR" altLang="en-US" sz="2300" b="1" kern="0" dirty="0">
                    <a:solidFill>
                      <a:schemeClr val="tx1">
                        <a:lumMod val="60000"/>
                        <a:lumOff val="40000"/>
                      </a:schemeClr>
                    </a:solidFill>
                  </a:rPr>
                  <a:t>No hay oportunidades de arbitraje</a:t>
                </a:r>
                <a:r>
                  <a:rPr lang="es-AR" altLang="en-US" sz="2300" kern="0" dirty="0">
                    <a:solidFill>
                      <a:srgbClr val="000000"/>
                    </a:solidFill>
                  </a:rPr>
                  <a:t>.</a:t>
                </a:r>
              </a:p>
              <a:p>
                <a:pPr marL="457200" indent="-457200">
                  <a:buFont typeface="+mj-lt"/>
                  <a:buAutoNum type="arabicPeriod" startAt="4"/>
                </a:pPr>
                <a:endParaRPr lang="es-AR" altLang="en-US" sz="2300" kern="0" dirty="0">
                  <a:solidFill>
                    <a:srgbClr val="000000"/>
                  </a:solidFill>
                </a:endParaRPr>
              </a:p>
              <a:p>
                <a:pPr marL="457200" indent="-457200">
                  <a:buFont typeface="+mj-lt"/>
                  <a:buAutoNum type="arabicPeriod" startAt="4"/>
                </a:pPr>
                <a:r>
                  <a:rPr lang="es-AR" altLang="en-US" sz="2300" kern="0" dirty="0">
                    <a:solidFill>
                      <a:srgbClr val="000000"/>
                    </a:solidFill>
                  </a:rPr>
                  <a:t>El trading de activos de realiza de </a:t>
                </a:r>
                <a:r>
                  <a:rPr lang="es-AR" altLang="en-US" sz="2300" kern="0" dirty="0">
                    <a:solidFill>
                      <a:schemeClr val="tx1">
                        <a:lumMod val="60000"/>
                        <a:lumOff val="40000"/>
                      </a:schemeClr>
                    </a:solidFill>
                  </a:rPr>
                  <a:t>manera continua</a:t>
                </a:r>
              </a:p>
              <a:p>
                <a:pPr marL="457200" indent="-457200">
                  <a:buFont typeface="+mj-lt"/>
                  <a:buAutoNum type="arabicPeriod" startAt="4"/>
                </a:pPr>
                <a:endParaRPr lang="es-AR" altLang="en-US" sz="2300" kern="0" dirty="0">
                  <a:solidFill>
                    <a:srgbClr val="000000"/>
                  </a:solidFill>
                </a:endParaRPr>
              </a:p>
              <a:p>
                <a:pPr marL="457200" indent="-457200">
                  <a:buFont typeface="+mj-lt"/>
                  <a:buAutoNum type="arabicPeriod" startAt="4"/>
                </a:pPr>
                <a:r>
                  <a:rPr lang="es-AR" altLang="en-US" sz="2300" kern="0" dirty="0">
                    <a:solidFill>
                      <a:srgbClr val="000000"/>
                    </a:solidFill>
                  </a:rPr>
                  <a:t>La </a:t>
                </a:r>
                <a:r>
                  <a:rPr lang="es-AR" altLang="en-US" sz="2300" kern="0" dirty="0">
                    <a:solidFill>
                      <a:schemeClr val="tx1">
                        <a:lumMod val="60000"/>
                        <a:lumOff val="40000"/>
                      </a:schemeClr>
                    </a:solidFill>
                  </a:rPr>
                  <a:t>tasa de interés libre de riesgo </a:t>
                </a:r>
                <a14:m>
                  <m:oMath xmlns:m="http://schemas.openxmlformats.org/officeDocument/2006/math">
                    <m:r>
                      <a:rPr lang="es-AR" altLang="en-US" sz="2300" i="1" kern="0">
                        <a:solidFill>
                          <a:schemeClr val="tx1">
                            <a:lumMod val="60000"/>
                            <a:lumOff val="40000"/>
                          </a:schemeClr>
                        </a:solidFill>
                        <a:latin typeface="Cambria Math" panose="02040503050406030204" pitchFamily="18" charset="0"/>
                      </a:rPr>
                      <m:t>𝑟</m:t>
                    </m:r>
                  </m:oMath>
                </a14:m>
                <a:r>
                  <a:rPr lang="es-AR" altLang="en-US" sz="2300" kern="0" dirty="0">
                    <a:solidFill>
                      <a:schemeClr val="tx1">
                        <a:lumMod val="60000"/>
                        <a:lumOff val="40000"/>
                      </a:schemeClr>
                    </a:solidFill>
                  </a:rPr>
                  <a:t> </a:t>
                </a:r>
                <a:r>
                  <a:rPr lang="es-AR" altLang="en-US" sz="2300" kern="0" dirty="0">
                    <a:solidFill>
                      <a:srgbClr val="000000"/>
                    </a:solidFill>
                  </a:rPr>
                  <a:t>es continua y es la misma para todo tiempo (constante).</a:t>
                </a:r>
              </a:p>
              <a:p>
                <a:pPr marL="457200" indent="-457200">
                  <a:buFont typeface="+mj-lt"/>
                  <a:buAutoNum type="arabicPeriod" startAt="4"/>
                </a:pPr>
                <a:endParaRPr lang="es-AR" altLang="en-US" sz="2300" kern="0" dirty="0">
                  <a:solidFill>
                    <a:srgbClr val="000000"/>
                  </a:solidFill>
                </a:endParaRPr>
              </a:p>
              <a:p>
                <a:pPr marL="0" indent="0">
                  <a:buNone/>
                </a:pPr>
                <a:r>
                  <a:rPr lang="es-AR" altLang="en-US" sz="2300" kern="0" dirty="0">
                    <a:solidFill>
                      <a:srgbClr val="000000"/>
                    </a:solidFill>
                  </a:rPr>
                  <a:t>Notar que cada una de los supuestos es </a:t>
                </a:r>
                <a:r>
                  <a:rPr lang="es-AR" altLang="en-US" sz="2300" kern="0" dirty="0">
                    <a:solidFill>
                      <a:schemeClr val="tx1">
                        <a:lumMod val="60000"/>
                        <a:lumOff val="40000"/>
                      </a:schemeClr>
                    </a:solidFill>
                  </a:rPr>
                  <a:t>discutible</a:t>
                </a:r>
                <a:r>
                  <a:rPr lang="es-AR" altLang="en-US" sz="2300" kern="0" dirty="0">
                    <a:solidFill>
                      <a:srgbClr val="000000"/>
                    </a:solidFill>
                  </a:rPr>
                  <a:t> (algunos directamente falsos en el mediano plazo)</a:t>
                </a:r>
              </a:p>
            </p:txBody>
          </p:sp>
        </mc:Choice>
        <mc:Fallback xmlns="">
          <p:sp>
            <p:nvSpPr>
              <p:cNvPr id="5" name="Rectangle 3">
                <a:extLst>
                  <a:ext uri="{FF2B5EF4-FFF2-40B4-BE49-F238E27FC236}">
                    <a16:creationId xmlns:a16="http://schemas.microsoft.com/office/drawing/2014/main" id="{783F8FDA-144E-4BCA-A2A8-81771A52A97F}"/>
                  </a:ext>
                </a:extLst>
              </p:cNvPr>
              <p:cNvSpPr txBox="1">
                <a:spLocks noRot="1" noChangeAspect="1" noMove="1" noResize="1" noEditPoints="1" noAdjustHandles="1" noChangeArrowheads="1" noChangeShapeType="1" noTextEdit="1"/>
              </p:cNvSpPr>
              <p:nvPr/>
            </p:nvSpPr>
            <p:spPr bwMode="auto">
              <a:xfrm>
                <a:off x="1847850" y="1125538"/>
                <a:ext cx="8458200" cy="5257800"/>
              </a:xfrm>
              <a:prstGeom prst="rect">
                <a:avLst/>
              </a:prstGeom>
              <a:blipFill>
                <a:blip r:embed="rId2"/>
                <a:stretch>
                  <a:fillRect l="-1081" r="-93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4407472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A9C4E8-581A-4E73-B27B-71D0BD093319}"/>
              </a:ext>
            </a:extLst>
          </p:cNvPr>
          <p:cNvSpPr>
            <a:spLocks noGrp="1"/>
          </p:cNvSpPr>
          <p:nvPr>
            <p:ph type="sldNum" sz="quarter" idx="10"/>
          </p:nvPr>
        </p:nvSpPr>
        <p:spPr/>
        <p:txBody>
          <a:bodyPr/>
          <a:lstStyle/>
          <a:p>
            <a:pPr>
              <a:defRPr/>
            </a:pPr>
            <a:fld id="{095C3A6C-2EF2-4429-8171-61B701167257}" type="slidenum">
              <a:rPr lang="en-US" altLang="en-US" smtClean="0"/>
              <a:pPr>
                <a:defRPr/>
              </a:pPr>
              <a:t>20</a:t>
            </a:fld>
            <a:endParaRPr lang="en-US" altLang="en-US"/>
          </a:p>
        </p:txBody>
      </p:sp>
      <p:sp>
        <p:nvSpPr>
          <p:cNvPr id="3" name="Rectangle 2">
            <a:extLst>
              <a:ext uri="{FF2B5EF4-FFF2-40B4-BE49-F238E27FC236}">
                <a16:creationId xmlns:a16="http://schemas.microsoft.com/office/drawing/2014/main" id="{2C5010B1-A23D-46C3-A2F0-4934E81DD0DA}"/>
              </a:ext>
            </a:extLst>
          </p:cNvPr>
          <p:cNvSpPr txBox="1">
            <a:spLocks noChangeArrowheads="1"/>
          </p:cNvSpPr>
          <p:nvPr/>
        </p:nvSpPr>
        <p:spPr bwMode="auto">
          <a:xfrm>
            <a:off x="2438401" y="0"/>
            <a:ext cx="7381875"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ctr" anchorCtr="0" compatLnSpc="1">
            <a:prstTxWarp prst="textNoShape">
              <a:avLst/>
            </a:prstTxWarp>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defTabSz="4572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s-AR" altLang="en-US" sz="3200" kern="0" dirty="0">
                <a:solidFill>
                  <a:srgbClr val="000000"/>
                </a:solidFill>
              </a:rPr>
              <a:t>Estrategia de replicación </a:t>
            </a:r>
            <a:r>
              <a:rPr lang="en-GB" altLang="en-US" sz="3200" kern="0" dirty="0">
                <a:solidFill>
                  <a:srgbClr val="000000"/>
                </a:solidFill>
              </a:rPr>
              <a:t>(1/2)</a:t>
            </a:r>
          </a:p>
        </p:txBody>
      </p:sp>
      <mc:AlternateContent xmlns:mc="http://schemas.openxmlformats.org/markup-compatibility/2006" xmlns:a14="http://schemas.microsoft.com/office/drawing/2010/main">
        <mc:Choice Requires="a14">
          <p:sp>
            <p:nvSpPr>
              <p:cNvPr id="5" name="Rectangle 3">
                <a:extLst>
                  <a:ext uri="{FF2B5EF4-FFF2-40B4-BE49-F238E27FC236}">
                    <a16:creationId xmlns:a16="http://schemas.microsoft.com/office/drawing/2014/main" id="{783F8FDA-144E-4BCA-A2A8-81771A52A97F}"/>
                  </a:ext>
                </a:extLst>
              </p:cNvPr>
              <p:cNvSpPr txBox="1">
                <a:spLocks noChangeArrowheads="1"/>
              </p:cNvSpPr>
              <p:nvPr/>
            </p:nvSpPr>
            <p:spPr bwMode="auto">
              <a:xfrm>
                <a:off x="1847850" y="1125538"/>
                <a:ext cx="8458200" cy="52578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Char char="•"/>
                  <a:defRPr sz="3200">
                    <a:solidFill>
                      <a:srgbClr val="4D4D4D"/>
                    </a:solidFill>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Wingdings" panose="05000000000000000000" pitchFamily="2" charset="2"/>
                  <a:buChar char="Ø"/>
                  <a:defRPr sz="2800">
                    <a:solidFill>
                      <a:srgbClr val="4D4D4D"/>
                    </a:solidFill>
                    <a:latin typeface="+mn-lt"/>
                  </a:defRPr>
                </a:lvl2pPr>
                <a:lvl3pPr marL="1085850" indent="-228600" algn="l" rtl="0" eaLnBrk="0" fontAlgn="base" hangingPunct="0">
                  <a:spcBef>
                    <a:spcPct val="20000"/>
                  </a:spcBef>
                  <a:spcAft>
                    <a:spcPct val="0"/>
                  </a:spcAft>
                  <a:buClr>
                    <a:schemeClr val="folHlink"/>
                  </a:buClr>
                  <a:buSzPct val="75000"/>
                  <a:buFont typeface="Wingdings" panose="05000000000000000000" pitchFamily="2" charset="2"/>
                  <a:buChar char="w"/>
                  <a:defRPr sz="2400">
                    <a:solidFill>
                      <a:srgbClr val="4D4D4D"/>
                    </a:solidFill>
                    <a:latin typeface="+mn-lt"/>
                  </a:defRPr>
                </a:lvl3pPr>
                <a:lvl4pPr marL="1428750" indent="-228600" algn="l" rtl="0" eaLnBrk="0" fontAlgn="base" hangingPunct="0">
                  <a:spcBef>
                    <a:spcPct val="20000"/>
                  </a:spcBef>
                  <a:spcAft>
                    <a:spcPct val="0"/>
                  </a:spcAft>
                  <a:buClr>
                    <a:schemeClr val="folHlink"/>
                  </a:buClr>
                  <a:buSzPct val="75000"/>
                  <a:buFont typeface="Wingdings" panose="05000000000000000000" pitchFamily="2" charset="2"/>
                  <a:buChar char="§"/>
                  <a:defRPr sz="2000">
                    <a:solidFill>
                      <a:srgbClr val="4D4D4D"/>
                    </a:solidFill>
                    <a:latin typeface="+mn-lt"/>
                  </a:defRPr>
                </a:lvl4pPr>
                <a:lvl5pPr marL="1771650" indent="-228600" algn="l" rtl="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mn-lt"/>
                  </a:defRPr>
                </a:lvl5pPr>
                <a:lvl6pPr marL="22288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6pPr>
                <a:lvl7pPr marL="26860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7pPr>
                <a:lvl8pPr marL="31432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8pPr>
                <a:lvl9pPr marL="36004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9pPr>
              </a:lstStyle>
              <a:p>
                <a:pPr marL="0" indent="0">
                  <a:buNone/>
                </a:pPr>
                <a:endParaRPr lang="es-AR" altLang="en-US" sz="2300" kern="0" dirty="0">
                  <a:solidFill>
                    <a:srgbClr val="000000"/>
                  </a:solidFill>
                </a:endParaRPr>
              </a:p>
              <a:p>
                <a:pPr marL="0" indent="0">
                  <a:buNone/>
                </a:pPr>
                <a:r>
                  <a:rPr lang="es-AR" altLang="en-US" sz="2300" kern="0" dirty="0">
                    <a:solidFill>
                      <a:srgbClr val="000000"/>
                    </a:solidFill>
                  </a:rPr>
                  <a:t>Contamos con los siguientes productos a disposición</a:t>
                </a:r>
              </a:p>
              <a:p>
                <a:pPr lvl="1"/>
                <a:r>
                  <a:rPr lang="es-AR" altLang="en-US" sz="2300" kern="0" dirty="0">
                    <a:solidFill>
                      <a:srgbClr val="000000"/>
                    </a:solidFill>
                  </a:rPr>
                  <a:t>activo </a:t>
                </a:r>
                <a14:m>
                  <m:oMath xmlns:m="http://schemas.openxmlformats.org/officeDocument/2006/math">
                    <m:r>
                      <a:rPr lang="es-AR" altLang="en-US" sz="2300" i="1" kern="0" dirty="0">
                        <a:solidFill>
                          <a:srgbClr val="000000"/>
                        </a:solidFill>
                        <a:latin typeface="Cambria Math" panose="02040503050406030204" pitchFamily="18" charset="0"/>
                      </a:rPr>
                      <m:t>𝑆</m:t>
                    </m:r>
                  </m:oMath>
                </a14:m>
                <a:endParaRPr lang="es-AR" altLang="en-US" sz="2300" kern="0" dirty="0">
                  <a:solidFill>
                    <a:srgbClr val="000000"/>
                  </a:solidFill>
                </a:endParaRPr>
              </a:p>
              <a:p>
                <a:pPr lvl="1"/>
                <a:r>
                  <a:rPr lang="es-AR" altLang="en-US" sz="2300" kern="0" dirty="0">
                    <a:solidFill>
                      <a:srgbClr val="000000"/>
                    </a:solidFill>
                  </a:rPr>
                  <a:t>opción </a:t>
                </a:r>
                <a14:m>
                  <m:oMath xmlns:m="http://schemas.openxmlformats.org/officeDocument/2006/math">
                    <m:r>
                      <a:rPr lang="es-AR" altLang="en-US" sz="2300" i="1" kern="0" dirty="0">
                        <a:solidFill>
                          <a:srgbClr val="000000"/>
                        </a:solidFill>
                        <a:latin typeface="Cambria Math" panose="02040503050406030204" pitchFamily="18" charset="0"/>
                      </a:rPr>
                      <m:t>𝐶</m:t>
                    </m:r>
                  </m:oMath>
                </a14:m>
                <a:endParaRPr lang="es-AR" altLang="en-US" sz="2300" kern="0" dirty="0">
                  <a:solidFill>
                    <a:srgbClr val="000000"/>
                  </a:solidFill>
                </a:endParaRPr>
              </a:p>
              <a:p>
                <a:pPr lvl="1"/>
                <a:r>
                  <a:rPr lang="es-AR" altLang="en-US" sz="2300" kern="0" dirty="0">
                    <a:solidFill>
                      <a:srgbClr val="000000"/>
                    </a:solidFill>
                  </a:rPr>
                  <a:t>dinero </a:t>
                </a:r>
                <a14:m>
                  <m:oMath xmlns:m="http://schemas.openxmlformats.org/officeDocument/2006/math">
                    <m:r>
                      <a:rPr lang="es-AR" altLang="en-US" sz="2300" i="1" kern="0" dirty="0">
                        <a:solidFill>
                          <a:srgbClr val="000000"/>
                        </a:solidFill>
                        <a:latin typeface="Cambria Math" panose="02040503050406030204" pitchFamily="18" charset="0"/>
                      </a:rPr>
                      <m:t>𝐵</m:t>
                    </m:r>
                  </m:oMath>
                </a14:m>
                <a:r>
                  <a:rPr lang="es-AR" altLang="en-US" sz="2300" kern="0" dirty="0">
                    <a:solidFill>
                      <a:srgbClr val="000000"/>
                    </a:solidFill>
                  </a:rPr>
                  <a:t> – </a:t>
                </a:r>
                <a:r>
                  <a:rPr lang="es-AR" altLang="en-US" sz="2300" i="1" kern="0" dirty="0" err="1">
                    <a:solidFill>
                      <a:srgbClr val="000000"/>
                    </a:solidFill>
                  </a:rPr>
                  <a:t>moneymarket</a:t>
                </a:r>
                <a:endParaRPr lang="es-AR" altLang="en-US" sz="2300" i="1" kern="0" dirty="0">
                  <a:solidFill>
                    <a:srgbClr val="000000"/>
                  </a:solidFill>
                </a:endParaRPr>
              </a:p>
              <a:p>
                <a:pPr marL="457200" lvl="1" indent="0">
                  <a:buNone/>
                </a:pPr>
                <a:r>
                  <a:rPr lang="es-AR" altLang="en-US" sz="2300" i="1" kern="0" dirty="0">
                    <a:solidFill>
                      <a:srgbClr val="000000"/>
                    </a:solidFill>
                  </a:rPr>
                  <a:t>Idea – Idéntica a cuando trabajamos con el binomial:</a:t>
                </a:r>
              </a:p>
              <a:p>
                <a:pPr lvl="1"/>
                <a:endParaRPr lang="es-AR" altLang="en-US" sz="2300" i="1" kern="0" dirty="0">
                  <a:solidFill>
                    <a:srgbClr val="000000"/>
                  </a:solidFill>
                </a:endParaRPr>
              </a:p>
              <a:p>
                <a:pPr lvl="1"/>
                <a:endParaRPr lang="es-AR" altLang="en-US" sz="2300" i="1" kern="0" dirty="0">
                  <a:solidFill>
                    <a:srgbClr val="000000"/>
                  </a:solidFill>
                </a:endParaRPr>
              </a:p>
              <a:p>
                <a:pPr marL="457200" lvl="1" indent="0">
                  <a:buNone/>
                </a:pPr>
                <a:endParaRPr lang="es-AR" altLang="en-US" sz="2300" i="1" kern="0" dirty="0">
                  <a:solidFill>
                    <a:srgbClr val="000000"/>
                  </a:solidFill>
                </a:endParaRPr>
              </a:p>
            </p:txBody>
          </p:sp>
        </mc:Choice>
        <mc:Fallback xmlns="">
          <p:sp>
            <p:nvSpPr>
              <p:cNvPr id="5" name="Rectangle 3">
                <a:extLst>
                  <a:ext uri="{FF2B5EF4-FFF2-40B4-BE49-F238E27FC236}">
                    <a16:creationId xmlns:a16="http://schemas.microsoft.com/office/drawing/2014/main" id="{783F8FDA-144E-4BCA-A2A8-81771A52A97F}"/>
                  </a:ext>
                </a:extLst>
              </p:cNvPr>
              <p:cNvSpPr txBox="1">
                <a:spLocks noRot="1" noChangeAspect="1" noMove="1" noResize="1" noEditPoints="1" noAdjustHandles="1" noChangeArrowheads="1" noChangeShapeType="1" noTextEdit="1"/>
              </p:cNvSpPr>
              <p:nvPr/>
            </p:nvSpPr>
            <p:spPr bwMode="auto">
              <a:xfrm>
                <a:off x="1847850" y="1125538"/>
                <a:ext cx="8458200" cy="5257800"/>
              </a:xfrm>
              <a:prstGeom prst="rect">
                <a:avLst/>
              </a:prstGeom>
              <a:blipFill>
                <a:blip r:embed="rId2"/>
                <a:stretch>
                  <a:fillRect l="-100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4" name="Picture 3">
            <a:extLst>
              <a:ext uri="{FF2B5EF4-FFF2-40B4-BE49-F238E27FC236}">
                <a16:creationId xmlns:a16="http://schemas.microsoft.com/office/drawing/2014/main" id="{5417E23A-553B-4A41-A1AA-0CDCA0311AED}"/>
              </a:ext>
            </a:extLst>
          </p:cNvPr>
          <p:cNvPicPr>
            <a:picLocks noChangeAspect="1"/>
          </p:cNvPicPr>
          <p:nvPr/>
        </p:nvPicPr>
        <p:blipFill>
          <a:blip r:embed="rId3"/>
          <a:stretch>
            <a:fillRect/>
          </a:stretch>
        </p:blipFill>
        <p:spPr>
          <a:xfrm>
            <a:off x="2063552" y="3762326"/>
            <a:ext cx="6523408" cy="2621012"/>
          </a:xfrm>
          <a:prstGeom prst="rect">
            <a:avLst/>
          </a:prstGeom>
        </p:spPr>
      </p:pic>
    </p:spTree>
    <p:extLst>
      <p:ext uri="{BB962C8B-B14F-4D97-AF65-F5344CB8AC3E}">
        <p14:creationId xmlns:p14="http://schemas.microsoft.com/office/powerpoint/2010/main" val="36972296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A9C4E8-581A-4E73-B27B-71D0BD093319}"/>
              </a:ext>
            </a:extLst>
          </p:cNvPr>
          <p:cNvSpPr>
            <a:spLocks noGrp="1"/>
          </p:cNvSpPr>
          <p:nvPr>
            <p:ph type="sldNum" sz="quarter" idx="10"/>
          </p:nvPr>
        </p:nvSpPr>
        <p:spPr/>
        <p:txBody>
          <a:bodyPr/>
          <a:lstStyle/>
          <a:p>
            <a:pPr>
              <a:defRPr/>
            </a:pPr>
            <a:fld id="{095C3A6C-2EF2-4429-8171-61B701167257}" type="slidenum">
              <a:rPr lang="en-US" altLang="en-US" smtClean="0"/>
              <a:pPr>
                <a:defRPr/>
              </a:pPr>
              <a:t>21</a:t>
            </a:fld>
            <a:endParaRPr lang="en-US" altLang="en-US"/>
          </a:p>
        </p:txBody>
      </p:sp>
      <p:sp>
        <p:nvSpPr>
          <p:cNvPr id="3" name="Rectangle 2">
            <a:extLst>
              <a:ext uri="{FF2B5EF4-FFF2-40B4-BE49-F238E27FC236}">
                <a16:creationId xmlns:a16="http://schemas.microsoft.com/office/drawing/2014/main" id="{2C5010B1-A23D-46C3-A2F0-4934E81DD0DA}"/>
              </a:ext>
            </a:extLst>
          </p:cNvPr>
          <p:cNvSpPr txBox="1">
            <a:spLocks noChangeArrowheads="1"/>
          </p:cNvSpPr>
          <p:nvPr/>
        </p:nvSpPr>
        <p:spPr bwMode="auto">
          <a:xfrm>
            <a:off x="2458542" y="0"/>
            <a:ext cx="7381875"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ctr" anchorCtr="0" compatLnSpc="1">
            <a:prstTxWarp prst="textNoShape">
              <a:avLst/>
            </a:prstTxWarp>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defTabSz="4572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200" kern="0" dirty="0" err="1">
                <a:solidFill>
                  <a:srgbClr val="000000"/>
                </a:solidFill>
              </a:rPr>
              <a:t>Estrategia</a:t>
            </a:r>
            <a:r>
              <a:rPr lang="en-GB" altLang="en-US" sz="3200" kern="0" dirty="0">
                <a:solidFill>
                  <a:srgbClr val="000000"/>
                </a:solidFill>
              </a:rPr>
              <a:t> de </a:t>
            </a:r>
            <a:r>
              <a:rPr lang="en-GB" altLang="en-US" sz="3200" kern="0" dirty="0" err="1">
                <a:solidFill>
                  <a:srgbClr val="000000"/>
                </a:solidFill>
              </a:rPr>
              <a:t>replicacion</a:t>
            </a:r>
            <a:r>
              <a:rPr lang="en-GB" altLang="en-US" sz="3200" kern="0" dirty="0">
                <a:solidFill>
                  <a:srgbClr val="000000"/>
                </a:solidFill>
              </a:rPr>
              <a:t> (2/2)</a:t>
            </a:r>
          </a:p>
        </p:txBody>
      </p:sp>
      <p:sp>
        <p:nvSpPr>
          <p:cNvPr id="5" name="Rectangle 3">
            <a:extLst>
              <a:ext uri="{FF2B5EF4-FFF2-40B4-BE49-F238E27FC236}">
                <a16:creationId xmlns:a16="http://schemas.microsoft.com/office/drawing/2014/main" id="{783F8FDA-144E-4BCA-A2A8-81771A52A97F}"/>
              </a:ext>
            </a:extLst>
          </p:cNvPr>
          <p:cNvSpPr txBox="1">
            <a:spLocks noChangeArrowheads="1"/>
          </p:cNvSpPr>
          <p:nvPr/>
        </p:nvSpPr>
        <p:spPr bwMode="auto">
          <a:xfrm>
            <a:off x="1631504" y="1125538"/>
            <a:ext cx="84582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Char char="•"/>
              <a:defRPr sz="3200">
                <a:solidFill>
                  <a:srgbClr val="4D4D4D"/>
                </a:solidFill>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Wingdings" panose="05000000000000000000" pitchFamily="2" charset="2"/>
              <a:buChar char="Ø"/>
              <a:defRPr sz="2800">
                <a:solidFill>
                  <a:srgbClr val="4D4D4D"/>
                </a:solidFill>
                <a:latin typeface="+mn-lt"/>
              </a:defRPr>
            </a:lvl2pPr>
            <a:lvl3pPr marL="1085850" indent="-228600" algn="l" rtl="0" eaLnBrk="0" fontAlgn="base" hangingPunct="0">
              <a:spcBef>
                <a:spcPct val="20000"/>
              </a:spcBef>
              <a:spcAft>
                <a:spcPct val="0"/>
              </a:spcAft>
              <a:buClr>
                <a:schemeClr val="folHlink"/>
              </a:buClr>
              <a:buSzPct val="75000"/>
              <a:buFont typeface="Wingdings" panose="05000000000000000000" pitchFamily="2" charset="2"/>
              <a:buChar char="w"/>
              <a:defRPr sz="2400">
                <a:solidFill>
                  <a:srgbClr val="4D4D4D"/>
                </a:solidFill>
                <a:latin typeface="+mn-lt"/>
              </a:defRPr>
            </a:lvl3pPr>
            <a:lvl4pPr marL="1428750" indent="-228600" algn="l" rtl="0" eaLnBrk="0" fontAlgn="base" hangingPunct="0">
              <a:spcBef>
                <a:spcPct val="20000"/>
              </a:spcBef>
              <a:spcAft>
                <a:spcPct val="0"/>
              </a:spcAft>
              <a:buClr>
                <a:schemeClr val="folHlink"/>
              </a:buClr>
              <a:buSzPct val="75000"/>
              <a:buFont typeface="Wingdings" panose="05000000000000000000" pitchFamily="2" charset="2"/>
              <a:buChar char="§"/>
              <a:defRPr sz="2000">
                <a:solidFill>
                  <a:srgbClr val="4D4D4D"/>
                </a:solidFill>
                <a:latin typeface="+mn-lt"/>
              </a:defRPr>
            </a:lvl4pPr>
            <a:lvl5pPr marL="1771650" indent="-228600" algn="l" rtl="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mn-lt"/>
              </a:defRPr>
            </a:lvl5pPr>
            <a:lvl6pPr marL="22288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6pPr>
            <a:lvl7pPr marL="26860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7pPr>
            <a:lvl8pPr marL="31432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8pPr>
            <a:lvl9pPr marL="36004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9pPr>
          </a:lstStyle>
          <a:p>
            <a:pPr marL="0" indent="0">
              <a:buNone/>
            </a:pPr>
            <a:endParaRPr lang="es-AR" altLang="en-US" sz="2300" kern="0" dirty="0">
              <a:solidFill>
                <a:srgbClr val="000000"/>
              </a:solidFill>
            </a:endParaRPr>
          </a:p>
          <a:p>
            <a:pPr marL="457200" lvl="1" indent="0">
              <a:buNone/>
            </a:pPr>
            <a:endParaRPr lang="es-AR" altLang="en-US" sz="2300" i="1" kern="0" dirty="0">
              <a:solidFill>
                <a:srgbClr val="000000"/>
              </a:solidFill>
            </a:endParaRPr>
          </a:p>
        </p:txBody>
      </p:sp>
      <p:pic>
        <p:nvPicPr>
          <p:cNvPr id="6" name="Picture 5">
            <a:extLst>
              <a:ext uri="{FF2B5EF4-FFF2-40B4-BE49-F238E27FC236}">
                <a16:creationId xmlns:a16="http://schemas.microsoft.com/office/drawing/2014/main" id="{D16A7B3F-6894-4A58-814C-133BA97B9A1D}"/>
              </a:ext>
            </a:extLst>
          </p:cNvPr>
          <p:cNvPicPr>
            <a:picLocks noChangeAspect="1"/>
          </p:cNvPicPr>
          <p:nvPr/>
        </p:nvPicPr>
        <p:blipFill>
          <a:blip r:embed="rId2"/>
          <a:stretch>
            <a:fillRect/>
          </a:stretch>
        </p:blipFill>
        <p:spPr>
          <a:xfrm>
            <a:off x="1934762" y="1467396"/>
            <a:ext cx="8307544" cy="4481885"/>
          </a:xfrm>
          <a:prstGeom prst="rect">
            <a:avLst/>
          </a:prstGeom>
        </p:spPr>
      </p:pic>
      <p:sp>
        <p:nvSpPr>
          <p:cNvPr id="4" name="Rectangle 3">
            <a:extLst>
              <a:ext uri="{FF2B5EF4-FFF2-40B4-BE49-F238E27FC236}">
                <a16:creationId xmlns:a16="http://schemas.microsoft.com/office/drawing/2014/main" id="{DD475D8B-EA79-4239-AB4B-48D8859E264E}"/>
              </a:ext>
            </a:extLst>
          </p:cNvPr>
          <p:cNvSpPr/>
          <p:nvPr/>
        </p:nvSpPr>
        <p:spPr>
          <a:xfrm>
            <a:off x="4655840" y="3861048"/>
            <a:ext cx="1656184" cy="648072"/>
          </a:xfrm>
          <a:prstGeom prst="rect">
            <a:avLst/>
          </a:prstGeom>
          <a:no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384375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A9C4E8-581A-4E73-B27B-71D0BD093319}"/>
              </a:ext>
            </a:extLst>
          </p:cNvPr>
          <p:cNvSpPr>
            <a:spLocks noGrp="1"/>
          </p:cNvSpPr>
          <p:nvPr>
            <p:ph type="sldNum" sz="quarter" idx="10"/>
          </p:nvPr>
        </p:nvSpPr>
        <p:spPr/>
        <p:txBody>
          <a:bodyPr/>
          <a:lstStyle/>
          <a:p>
            <a:pPr>
              <a:defRPr/>
            </a:pPr>
            <a:fld id="{095C3A6C-2EF2-4429-8171-61B701167257}" type="slidenum">
              <a:rPr lang="en-US" altLang="en-US" smtClean="0"/>
              <a:pPr>
                <a:defRPr/>
              </a:pPr>
              <a:t>22</a:t>
            </a:fld>
            <a:endParaRPr lang="en-US" altLang="en-US"/>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2C5010B1-A23D-46C3-A2F0-4934E81DD0DA}"/>
                  </a:ext>
                </a:extLst>
              </p:cNvPr>
              <p:cNvSpPr txBox="1">
                <a:spLocks noChangeArrowheads="1"/>
              </p:cNvSpPr>
              <p:nvPr/>
            </p:nvSpPr>
            <p:spPr bwMode="auto">
              <a:xfrm>
                <a:off x="2458542" y="0"/>
                <a:ext cx="7381875" cy="114458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0000" tIns="46800" rIns="90000" bIns="46800" numCol="1" anchor="ctr" anchorCtr="0" compatLnSpc="1">
                <a:prstTxWarp prst="textNoShape">
                  <a:avLst/>
                </a:prstTxWarp>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defTabSz="4572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200" kern="0" dirty="0">
                    <a:solidFill>
                      <a:srgbClr val="000000"/>
                    </a:solidFill>
                  </a:rPr>
                  <a:t>El </a:t>
                </a:r>
                <a:r>
                  <a:rPr lang="es-AR" altLang="en-US" sz="3200" kern="0" dirty="0">
                    <a:solidFill>
                      <a:srgbClr val="000000"/>
                    </a:solidFill>
                  </a:rPr>
                  <a:t>termino</a:t>
                </a:r>
                <a:r>
                  <a:rPr lang="en-GB" altLang="en-US" sz="3200" kern="0" dirty="0">
                    <a:solidFill>
                      <a:srgbClr val="000000"/>
                    </a:solidFill>
                  </a:rPr>
                  <a:t> </a:t>
                </a:r>
                <a14:m>
                  <m:oMath xmlns:m="http://schemas.openxmlformats.org/officeDocument/2006/math">
                    <m:r>
                      <a:rPr lang="en-GB" altLang="en-US" sz="3200" i="1" kern="0" dirty="0">
                        <a:solidFill>
                          <a:srgbClr val="000000"/>
                        </a:solidFill>
                        <a:latin typeface="Cambria Math" panose="02040503050406030204" pitchFamily="18" charset="0"/>
                      </a:rPr>
                      <m:t>𝑑𝐶</m:t>
                    </m:r>
                  </m:oMath>
                </a14:m>
                <a:endParaRPr lang="en-GB" altLang="en-US" sz="3200" kern="0" dirty="0">
                  <a:solidFill>
                    <a:srgbClr val="000000"/>
                  </a:solidFill>
                </a:endParaRPr>
              </a:p>
            </p:txBody>
          </p:sp>
        </mc:Choice>
        <mc:Fallback xmlns="">
          <p:sp>
            <p:nvSpPr>
              <p:cNvPr id="3" name="Rectangle 2">
                <a:extLst>
                  <a:ext uri="{FF2B5EF4-FFF2-40B4-BE49-F238E27FC236}">
                    <a16:creationId xmlns:a16="http://schemas.microsoft.com/office/drawing/2014/main" id="{2C5010B1-A23D-46C3-A2F0-4934E81DD0DA}"/>
                  </a:ext>
                </a:extLst>
              </p:cNvPr>
              <p:cNvSpPr txBox="1">
                <a:spLocks noRot="1" noChangeAspect="1" noMove="1" noResize="1" noEditPoints="1" noAdjustHandles="1" noChangeArrowheads="1" noChangeShapeType="1" noTextEdit="1"/>
              </p:cNvSpPr>
              <p:nvPr/>
            </p:nvSpPr>
            <p:spPr bwMode="auto">
              <a:xfrm>
                <a:off x="2458542" y="0"/>
                <a:ext cx="7381875" cy="1144588"/>
              </a:xfrm>
              <a:prstGeom prst="rect">
                <a:avLst/>
              </a:prstGeom>
              <a:blipFill>
                <a:blip r:embed="rId2"/>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5" name="Rectangle 3">
            <a:extLst>
              <a:ext uri="{FF2B5EF4-FFF2-40B4-BE49-F238E27FC236}">
                <a16:creationId xmlns:a16="http://schemas.microsoft.com/office/drawing/2014/main" id="{783F8FDA-144E-4BCA-A2A8-81771A52A97F}"/>
              </a:ext>
            </a:extLst>
          </p:cNvPr>
          <p:cNvSpPr txBox="1">
            <a:spLocks noChangeArrowheads="1"/>
          </p:cNvSpPr>
          <p:nvPr/>
        </p:nvSpPr>
        <p:spPr bwMode="auto">
          <a:xfrm>
            <a:off x="1847850" y="1125538"/>
            <a:ext cx="84582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Char char="•"/>
              <a:defRPr sz="3200">
                <a:solidFill>
                  <a:srgbClr val="4D4D4D"/>
                </a:solidFill>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Wingdings" panose="05000000000000000000" pitchFamily="2" charset="2"/>
              <a:buChar char="Ø"/>
              <a:defRPr sz="2800">
                <a:solidFill>
                  <a:srgbClr val="4D4D4D"/>
                </a:solidFill>
                <a:latin typeface="+mn-lt"/>
              </a:defRPr>
            </a:lvl2pPr>
            <a:lvl3pPr marL="1085850" indent="-228600" algn="l" rtl="0" eaLnBrk="0" fontAlgn="base" hangingPunct="0">
              <a:spcBef>
                <a:spcPct val="20000"/>
              </a:spcBef>
              <a:spcAft>
                <a:spcPct val="0"/>
              </a:spcAft>
              <a:buClr>
                <a:schemeClr val="folHlink"/>
              </a:buClr>
              <a:buSzPct val="75000"/>
              <a:buFont typeface="Wingdings" panose="05000000000000000000" pitchFamily="2" charset="2"/>
              <a:buChar char="w"/>
              <a:defRPr sz="2400">
                <a:solidFill>
                  <a:srgbClr val="4D4D4D"/>
                </a:solidFill>
                <a:latin typeface="+mn-lt"/>
              </a:defRPr>
            </a:lvl3pPr>
            <a:lvl4pPr marL="1428750" indent="-228600" algn="l" rtl="0" eaLnBrk="0" fontAlgn="base" hangingPunct="0">
              <a:spcBef>
                <a:spcPct val="20000"/>
              </a:spcBef>
              <a:spcAft>
                <a:spcPct val="0"/>
              </a:spcAft>
              <a:buClr>
                <a:schemeClr val="folHlink"/>
              </a:buClr>
              <a:buSzPct val="75000"/>
              <a:buFont typeface="Wingdings" panose="05000000000000000000" pitchFamily="2" charset="2"/>
              <a:buChar char="§"/>
              <a:defRPr sz="2000">
                <a:solidFill>
                  <a:srgbClr val="4D4D4D"/>
                </a:solidFill>
                <a:latin typeface="+mn-lt"/>
              </a:defRPr>
            </a:lvl4pPr>
            <a:lvl5pPr marL="1771650" indent="-228600" algn="l" rtl="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mn-lt"/>
              </a:defRPr>
            </a:lvl5pPr>
            <a:lvl6pPr marL="22288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6pPr>
            <a:lvl7pPr marL="26860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7pPr>
            <a:lvl8pPr marL="31432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8pPr>
            <a:lvl9pPr marL="36004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9pPr>
          </a:lstStyle>
          <a:p>
            <a:pPr marL="0" indent="0">
              <a:buNone/>
            </a:pPr>
            <a:endParaRPr lang="es-AR" altLang="en-US" sz="2300" kern="0" dirty="0">
              <a:solidFill>
                <a:srgbClr val="000000"/>
              </a:solidFill>
            </a:endParaRPr>
          </a:p>
          <a:p>
            <a:pPr marL="457200" lvl="1" indent="0">
              <a:buNone/>
            </a:pPr>
            <a:endParaRPr lang="es-AR" altLang="en-US" sz="2300" i="1" kern="0" dirty="0">
              <a:solidFill>
                <a:srgbClr val="000000"/>
              </a:solidFill>
            </a:endParaRPr>
          </a:p>
        </p:txBody>
      </p:sp>
      <p:pic>
        <p:nvPicPr>
          <p:cNvPr id="4" name="Picture 3">
            <a:extLst>
              <a:ext uri="{FF2B5EF4-FFF2-40B4-BE49-F238E27FC236}">
                <a16:creationId xmlns:a16="http://schemas.microsoft.com/office/drawing/2014/main" id="{58714AB0-9570-43AD-952E-94A090C1AF53}"/>
              </a:ext>
            </a:extLst>
          </p:cNvPr>
          <p:cNvPicPr>
            <a:picLocks noChangeAspect="1"/>
          </p:cNvPicPr>
          <p:nvPr/>
        </p:nvPicPr>
        <p:blipFill>
          <a:blip r:embed="rId3"/>
          <a:stretch>
            <a:fillRect/>
          </a:stretch>
        </p:blipFill>
        <p:spPr>
          <a:xfrm>
            <a:off x="1901478" y="1340768"/>
            <a:ext cx="7938938" cy="5076938"/>
          </a:xfrm>
          <a:prstGeom prst="rect">
            <a:avLst/>
          </a:prstGeom>
        </p:spPr>
      </p:pic>
    </p:spTree>
    <p:extLst>
      <p:ext uri="{BB962C8B-B14F-4D97-AF65-F5344CB8AC3E}">
        <p14:creationId xmlns:p14="http://schemas.microsoft.com/office/powerpoint/2010/main" val="13377278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A9C4E8-581A-4E73-B27B-71D0BD093319}"/>
              </a:ext>
            </a:extLst>
          </p:cNvPr>
          <p:cNvSpPr>
            <a:spLocks noGrp="1"/>
          </p:cNvSpPr>
          <p:nvPr>
            <p:ph type="sldNum" sz="quarter" idx="10"/>
          </p:nvPr>
        </p:nvSpPr>
        <p:spPr/>
        <p:txBody>
          <a:bodyPr/>
          <a:lstStyle/>
          <a:p>
            <a:pPr>
              <a:defRPr/>
            </a:pPr>
            <a:fld id="{095C3A6C-2EF2-4429-8171-61B701167257}" type="slidenum">
              <a:rPr lang="en-US" altLang="en-US" smtClean="0"/>
              <a:pPr>
                <a:defRPr/>
              </a:pPr>
              <a:t>23</a:t>
            </a:fld>
            <a:endParaRPr lang="en-US" altLang="en-US"/>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2C5010B1-A23D-46C3-A2F0-4934E81DD0DA}"/>
                  </a:ext>
                </a:extLst>
              </p:cNvPr>
              <p:cNvSpPr txBox="1">
                <a:spLocks noChangeArrowheads="1"/>
              </p:cNvSpPr>
              <p:nvPr/>
            </p:nvSpPr>
            <p:spPr bwMode="auto">
              <a:xfrm>
                <a:off x="2458542" y="0"/>
                <a:ext cx="7381875" cy="114458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0000" tIns="46800" rIns="90000" bIns="46800" numCol="1" anchor="ctr" anchorCtr="0" compatLnSpc="1">
                <a:prstTxWarp prst="textNoShape">
                  <a:avLst/>
                </a:prstTxWarp>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defTabSz="4572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200" kern="0" dirty="0">
                    <a:solidFill>
                      <a:srgbClr val="000000"/>
                    </a:solidFill>
                  </a:rPr>
                  <a:t>Pero </a:t>
                </a:r>
                <a14:m>
                  <m:oMath xmlns:m="http://schemas.openxmlformats.org/officeDocument/2006/math">
                    <m:r>
                      <m:rPr>
                        <m:sty m:val="p"/>
                      </m:rPr>
                      <a:rPr lang="en-US" altLang="en-US" sz="3200" kern="0" dirty="0">
                        <a:solidFill>
                          <a:srgbClr val="000000"/>
                        </a:solidFill>
                        <a:latin typeface="Cambria Math" panose="02040503050406030204" pitchFamily="18" charset="0"/>
                      </a:rPr>
                      <m:t>Π</m:t>
                    </m:r>
                  </m:oMath>
                </a14:m>
                <a:r>
                  <a:rPr lang="en-GB" altLang="en-US" sz="3200" kern="0" dirty="0">
                    <a:solidFill>
                      <a:srgbClr val="000000"/>
                    </a:solidFill>
                  </a:rPr>
                  <a:t> era libre de </a:t>
                </a:r>
                <a:r>
                  <a:rPr lang="en-GB" altLang="en-US" sz="3200" kern="0" dirty="0" err="1">
                    <a:solidFill>
                      <a:srgbClr val="000000"/>
                    </a:solidFill>
                  </a:rPr>
                  <a:t>riesgo</a:t>
                </a:r>
                <a:r>
                  <a:rPr lang="en-GB" altLang="en-US" sz="3200" kern="0" dirty="0">
                    <a:solidFill>
                      <a:srgbClr val="000000"/>
                    </a:solidFill>
                  </a:rPr>
                  <a:t> (1/2)</a:t>
                </a:r>
              </a:p>
            </p:txBody>
          </p:sp>
        </mc:Choice>
        <mc:Fallback xmlns="">
          <p:sp>
            <p:nvSpPr>
              <p:cNvPr id="3" name="Rectangle 2">
                <a:extLst>
                  <a:ext uri="{FF2B5EF4-FFF2-40B4-BE49-F238E27FC236}">
                    <a16:creationId xmlns:a16="http://schemas.microsoft.com/office/drawing/2014/main" id="{2C5010B1-A23D-46C3-A2F0-4934E81DD0DA}"/>
                  </a:ext>
                </a:extLst>
              </p:cNvPr>
              <p:cNvSpPr txBox="1">
                <a:spLocks noRot="1" noChangeAspect="1" noMove="1" noResize="1" noEditPoints="1" noAdjustHandles="1" noChangeArrowheads="1" noChangeShapeType="1" noTextEdit="1"/>
              </p:cNvSpPr>
              <p:nvPr/>
            </p:nvSpPr>
            <p:spPr bwMode="auto">
              <a:xfrm>
                <a:off x="2458542" y="0"/>
                <a:ext cx="7381875" cy="1144588"/>
              </a:xfrm>
              <a:prstGeom prst="rect">
                <a:avLst/>
              </a:prstGeom>
              <a:blipFill>
                <a:blip r:embed="rId2"/>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6" name="Picture 5">
            <a:extLst>
              <a:ext uri="{FF2B5EF4-FFF2-40B4-BE49-F238E27FC236}">
                <a16:creationId xmlns:a16="http://schemas.microsoft.com/office/drawing/2014/main" id="{3BD867B6-13ED-4629-BA68-4399D7E5FF96}"/>
              </a:ext>
            </a:extLst>
          </p:cNvPr>
          <p:cNvPicPr>
            <a:picLocks noChangeAspect="1"/>
          </p:cNvPicPr>
          <p:nvPr/>
        </p:nvPicPr>
        <p:blipFill>
          <a:blip r:embed="rId3"/>
          <a:stretch>
            <a:fillRect/>
          </a:stretch>
        </p:blipFill>
        <p:spPr>
          <a:xfrm>
            <a:off x="1847528" y="1268760"/>
            <a:ext cx="7596505" cy="5112568"/>
          </a:xfrm>
          <a:prstGeom prst="rect">
            <a:avLst/>
          </a:prstGeom>
        </p:spPr>
      </p:pic>
    </p:spTree>
    <p:extLst>
      <p:ext uri="{BB962C8B-B14F-4D97-AF65-F5344CB8AC3E}">
        <p14:creationId xmlns:p14="http://schemas.microsoft.com/office/powerpoint/2010/main" val="32092432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A9C4E8-581A-4E73-B27B-71D0BD093319}"/>
              </a:ext>
            </a:extLst>
          </p:cNvPr>
          <p:cNvSpPr>
            <a:spLocks noGrp="1"/>
          </p:cNvSpPr>
          <p:nvPr>
            <p:ph type="sldNum" sz="quarter" idx="10"/>
          </p:nvPr>
        </p:nvSpPr>
        <p:spPr/>
        <p:txBody>
          <a:bodyPr/>
          <a:lstStyle/>
          <a:p>
            <a:pPr>
              <a:defRPr/>
            </a:pPr>
            <a:fld id="{095C3A6C-2EF2-4429-8171-61B701167257}" type="slidenum">
              <a:rPr lang="en-US" altLang="en-US" smtClean="0"/>
              <a:pPr>
                <a:defRPr/>
              </a:pPr>
              <a:t>24</a:t>
            </a:fld>
            <a:endParaRPr lang="en-US" altLang="en-US"/>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2C5010B1-A23D-46C3-A2F0-4934E81DD0DA}"/>
                  </a:ext>
                </a:extLst>
              </p:cNvPr>
              <p:cNvSpPr txBox="1">
                <a:spLocks noChangeArrowheads="1"/>
              </p:cNvSpPr>
              <p:nvPr/>
            </p:nvSpPr>
            <p:spPr bwMode="auto">
              <a:xfrm>
                <a:off x="2458542" y="0"/>
                <a:ext cx="7381875" cy="114458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0000" tIns="46800" rIns="90000" bIns="46800" numCol="1" anchor="ctr" anchorCtr="0" compatLnSpc="1">
                <a:prstTxWarp prst="textNoShape">
                  <a:avLst/>
                </a:prstTxWarp>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defTabSz="4572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200" kern="0" dirty="0">
                    <a:solidFill>
                      <a:srgbClr val="000000"/>
                    </a:solidFill>
                  </a:rPr>
                  <a:t>Pero </a:t>
                </a:r>
                <a14:m>
                  <m:oMath xmlns:m="http://schemas.openxmlformats.org/officeDocument/2006/math">
                    <m:r>
                      <m:rPr>
                        <m:sty m:val="p"/>
                      </m:rPr>
                      <a:rPr lang="en-US" altLang="en-US" sz="3200" kern="0" dirty="0">
                        <a:solidFill>
                          <a:srgbClr val="000000"/>
                        </a:solidFill>
                        <a:latin typeface="Cambria Math" panose="02040503050406030204" pitchFamily="18" charset="0"/>
                      </a:rPr>
                      <m:t>Π</m:t>
                    </m:r>
                  </m:oMath>
                </a14:m>
                <a:r>
                  <a:rPr lang="en-GB" altLang="en-US" sz="3200" kern="0" dirty="0">
                    <a:solidFill>
                      <a:srgbClr val="000000"/>
                    </a:solidFill>
                  </a:rPr>
                  <a:t> era libre de </a:t>
                </a:r>
                <a:r>
                  <a:rPr lang="en-GB" altLang="en-US" sz="3200" kern="0" dirty="0" err="1">
                    <a:solidFill>
                      <a:srgbClr val="000000"/>
                    </a:solidFill>
                  </a:rPr>
                  <a:t>riesgo</a:t>
                </a:r>
                <a:r>
                  <a:rPr lang="en-GB" altLang="en-US" sz="3200" kern="0" dirty="0">
                    <a:solidFill>
                      <a:srgbClr val="000000"/>
                    </a:solidFill>
                  </a:rPr>
                  <a:t> (2/2)</a:t>
                </a:r>
              </a:p>
            </p:txBody>
          </p:sp>
        </mc:Choice>
        <mc:Fallback xmlns="">
          <p:sp>
            <p:nvSpPr>
              <p:cNvPr id="3" name="Rectangle 2">
                <a:extLst>
                  <a:ext uri="{FF2B5EF4-FFF2-40B4-BE49-F238E27FC236}">
                    <a16:creationId xmlns:a16="http://schemas.microsoft.com/office/drawing/2014/main" id="{2C5010B1-A23D-46C3-A2F0-4934E81DD0DA}"/>
                  </a:ext>
                </a:extLst>
              </p:cNvPr>
              <p:cNvSpPr txBox="1">
                <a:spLocks noRot="1" noChangeAspect="1" noMove="1" noResize="1" noEditPoints="1" noAdjustHandles="1" noChangeArrowheads="1" noChangeShapeType="1" noTextEdit="1"/>
              </p:cNvSpPr>
              <p:nvPr/>
            </p:nvSpPr>
            <p:spPr bwMode="auto">
              <a:xfrm>
                <a:off x="2458542" y="0"/>
                <a:ext cx="7381875" cy="1144588"/>
              </a:xfrm>
              <a:prstGeom prst="rect">
                <a:avLst/>
              </a:prstGeom>
              <a:blipFill>
                <a:blip r:embed="rId2"/>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4" name="Picture 3">
            <a:extLst>
              <a:ext uri="{FF2B5EF4-FFF2-40B4-BE49-F238E27FC236}">
                <a16:creationId xmlns:a16="http://schemas.microsoft.com/office/drawing/2014/main" id="{AFF3B916-121C-40B2-9698-0A86DFAB88E5}"/>
              </a:ext>
            </a:extLst>
          </p:cNvPr>
          <p:cNvPicPr>
            <a:picLocks noChangeAspect="1"/>
          </p:cNvPicPr>
          <p:nvPr/>
        </p:nvPicPr>
        <p:blipFill>
          <a:blip r:embed="rId3"/>
          <a:stretch>
            <a:fillRect/>
          </a:stretch>
        </p:blipFill>
        <p:spPr>
          <a:xfrm>
            <a:off x="1919536" y="1268761"/>
            <a:ext cx="6991350" cy="2943225"/>
          </a:xfrm>
          <a:prstGeom prst="rect">
            <a:avLst/>
          </a:prstGeom>
        </p:spPr>
      </p:pic>
      <p:sp>
        <p:nvSpPr>
          <p:cNvPr id="7" name="Rectangle 6">
            <a:extLst>
              <a:ext uri="{FF2B5EF4-FFF2-40B4-BE49-F238E27FC236}">
                <a16:creationId xmlns:a16="http://schemas.microsoft.com/office/drawing/2014/main" id="{030CE3AA-7E22-4BF8-B2CB-25606B99138A}"/>
              </a:ext>
            </a:extLst>
          </p:cNvPr>
          <p:cNvSpPr/>
          <p:nvPr/>
        </p:nvSpPr>
        <p:spPr>
          <a:xfrm>
            <a:off x="2135560" y="4226396"/>
            <a:ext cx="7207374" cy="2010916"/>
          </a:xfrm>
          <a:prstGeom prst="rect">
            <a:avLst/>
          </a:prstGeom>
          <a:no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52F36531-1746-4C36-AA16-BCACE2C7C7B3}"/>
              </a:ext>
            </a:extLst>
          </p:cNvPr>
          <p:cNvPicPr>
            <a:picLocks noChangeAspect="1"/>
          </p:cNvPicPr>
          <p:nvPr/>
        </p:nvPicPr>
        <p:blipFill>
          <a:blip r:embed="rId4"/>
          <a:stretch>
            <a:fillRect/>
          </a:stretch>
        </p:blipFill>
        <p:spPr>
          <a:xfrm>
            <a:off x="2367397" y="4298404"/>
            <a:ext cx="6743700" cy="1866900"/>
          </a:xfrm>
          <a:prstGeom prst="rect">
            <a:avLst/>
          </a:prstGeom>
        </p:spPr>
      </p:pic>
    </p:spTree>
    <p:extLst>
      <p:ext uri="{BB962C8B-B14F-4D97-AF65-F5344CB8AC3E}">
        <p14:creationId xmlns:p14="http://schemas.microsoft.com/office/powerpoint/2010/main" val="27025944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A9C4E8-581A-4E73-B27B-71D0BD093319}"/>
              </a:ext>
            </a:extLst>
          </p:cNvPr>
          <p:cNvSpPr>
            <a:spLocks noGrp="1"/>
          </p:cNvSpPr>
          <p:nvPr>
            <p:ph type="sldNum" sz="quarter" idx="10"/>
          </p:nvPr>
        </p:nvSpPr>
        <p:spPr/>
        <p:txBody>
          <a:bodyPr/>
          <a:lstStyle/>
          <a:p>
            <a:pPr>
              <a:defRPr/>
            </a:pPr>
            <a:fld id="{095C3A6C-2EF2-4429-8171-61B701167257}" type="slidenum">
              <a:rPr lang="en-US" altLang="en-US" smtClean="0"/>
              <a:pPr>
                <a:defRPr/>
              </a:pPr>
              <a:t>25</a:t>
            </a:fld>
            <a:endParaRPr lang="en-US" altLang="en-US"/>
          </a:p>
        </p:txBody>
      </p:sp>
      <p:sp>
        <p:nvSpPr>
          <p:cNvPr id="3" name="Rectangle 2">
            <a:extLst>
              <a:ext uri="{FF2B5EF4-FFF2-40B4-BE49-F238E27FC236}">
                <a16:creationId xmlns:a16="http://schemas.microsoft.com/office/drawing/2014/main" id="{2C5010B1-A23D-46C3-A2F0-4934E81DD0DA}"/>
              </a:ext>
            </a:extLst>
          </p:cNvPr>
          <p:cNvSpPr txBox="1">
            <a:spLocks noChangeArrowheads="1"/>
          </p:cNvSpPr>
          <p:nvPr/>
        </p:nvSpPr>
        <p:spPr bwMode="auto">
          <a:xfrm>
            <a:off x="2458542" y="0"/>
            <a:ext cx="7381875"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ctr" anchorCtr="0" compatLnSpc="1">
            <a:prstTxWarp prst="textNoShape">
              <a:avLst/>
            </a:prstTxWarp>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defTabSz="4572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200" kern="0" dirty="0">
                <a:solidFill>
                  <a:srgbClr val="000000"/>
                </a:solidFill>
              </a:rPr>
              <a:t>La formula de Black Scholes (1/2)</a:t>
            </a:r>
          </a:p>
        </p:txBody>
      </p:sp>
      <p:sp>
        <p:nvSpPr>
          <p:cNvPr id="7" name="Rectangle 3">
            <a:extLst>
              <a:ext uri="{FF2B5EF4-FFF2-40B4-BE49-F238E27FC236}">
                <a16:creationId xmlns:a16="http://schemas.microsoft.com/office/drawing/2014/main" id="{1E49DB00-3752-4571-A409-8E893F9126FC}"/>
              </a:ext>
            </a:extLst>
          </p:cNvPr>
          <p:cNvSpPr txBox="1">
            <a:spLocks noChangeArrowheads="1"/>
          </p:cNvSpPr>
          <p:nvPr/>
        </p:nvSpPr>
        <p:spPr bwMode="auto">
          <a:xfrm>
            <a:off x="1814264" y="1125538"/>
            <a:ext cx="8602216" cy="86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Char char="•"/>
              <a:defRPr sz="3200">
                <a:solidFill>
                  <a:srgbClr val="4D4D4D"/>
                </a:solidFill>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Wingdings" panose="05000000000000000000" pitchFamily="2" charset="2"/>
              <a:buChar char="Ø"/>
              <a:defRPr sz="2800">
                <a:solidFill>
                  <a:srgbClr val="4D4D4D"/>
                </a:solidFill>
                <a:latin typeface="+mn-lt"/>
              </a:defRPr>
            </a:lvl2pPr>
            <a:lvl3pPr marL="1085850" indent="-228600" algn="l" rtl="0" eaLnBrk="0" fontAlgn="base" hangingPunct="0">
              <a:spcBef>
                <a:spcPct val="20000"/>
              </a:spcBef>
              <a:spcAft>
                <a:spcPct val="0"/>
              </a:spcAft>
              <a:buClr>
                <a:schemeClr val="folHlink"/>
              </a:buClr>
              <a:buSzPct val="75000"/>
              <a:buFont typeface="Wingdings" panose="05000000000000000000" pitchFamily="2" charset="2"/>
              <a:buChar char="w"/>
              <a:defRPr sz="2400">
                <a:solidFill>
                  <a:srgbClr val="4D4D4D"/>
                </a:solidFill>
                <a:latin typeface="+mn-lt"/>
              </a:defRPr>
            </a:lvl3pPr>
            <a:lvl4pPr marL="1428750" indent="-228600" algn="l" rtl="0" eaLnBrk="0" fontAlgn="base" hangingPunct="0">
              <a:spcBef>
                <a:spcPct val="20000"/>
              </a:spcBef>
              <a:spcAft>
                <a:spcPct val="0"/>
              </a:spcAft>
              <a:buClr>
                <a:schemeClr val="folHlink"/>
              </a:buClr>
              <a:buSzPct val="75000"/>
              <a:buFont typeface="Wingdings" panose="05000000000000000000" pitchFamily="2" charset="2"/>
              <a:buChar char="§"/>
              <a:defRPr sz="2000">
                <a:solidFill>
                  <a:srgbClr val="4D4D4D"/>
                </a:solidFill>
                <a:latin typeface="+mn-lt"/>
              </a:defRPr>
            </a:lvl4pPr>
            <a:lvl5pPr marL="1771650" indent="-228600" algn="l" rtl="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mn-lt"/>
              </a:defRPr>
            </a:lvl5pPr>
            <a:lvl6pPr marL="22288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6pPr>
            <a:lvl7pPr marL="26860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7pPr>
            <a:lvl8pPr marL="31432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8pPr>
            <a:lvl9pPr marL="36004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9pPr>
          </a:lstStyle>
          <a:p>
            <a:pPr marL="0" indent="0">
              <a:buNone/>
            </a:pPr>
            <a:r>
              <a:rPr lang="es-AR" altLang="en-US" sz="2300" kern="0" dirty="0">
                <a:solidFill>
                  <a:srgbClr val="000000"/>
                </a:solidFill>
              </a:rPr>
              <a:t>La anterior Ecuación en Derivadas parciales tiene solución cerrada</a:t>
            </a:r>
            <a:r>
              <a:rPr lang="es-AR" altLang="en-US" sz="2300" i="1" kern="0" dirty="0">
                <a:solidFill>
                  <a:srgbClr val="000000"/>
                </a:solidFill>
              </a:rPr>
              <a:t>:</a:t>
            </a:r>
          </a:p>
          <a:p>
            <a:pPr marL="0" indent="0">
              <a:buNone/>
            </a:pPr>
            <a:endParaRPr lang="es-AR" altLang="en-US" sz="2300" i="1" kern="0" dirty="0">
              <a:solidFill>
                <a:srgbClr val="000000"/>
              </a:solidFill>
            </a:endParaRPr>
          </a:p>
          <a:p>
            <a:pPr marL="0" indent="0">
              <a:buNone/>
            </a:pPr>
            <a:endParaRPr lang="es-AR" altLang="en-US" sz="2300" kern="0" dirty="0">
              <a:solidFill>
                <a:srgbClr val="000000"/>
              </a:solidFill>
            </a:endParaRPr>
          </a:p>
        </p:txBody>
      </p:sp>
      <p:pic>
        <p:nvPicPr>
          <p:cNvPr id="4" name="Picture 3">
            <a:extLst>
              <a:ext uri="{FF2B5EF4-FFF2-40B4-BE49-F238E27FC236}">
                <a16:creationId xmlns:a16="http://schemas.microsoft.com/office/drawing/2014/main" id="{812BAA34-F2A1-467E-B937-CECBDA39C38D}"/>
              </a:ext>
            </a:extLst>
          </p:cNvPr>
          <p:cNvPicPr>
            <a:picLocks noChangeAspect="1"/>
          </p:cNvPicPr>
          <p:nvPr/>
        </p:nvPicPr>
        <p:blipFill>
          <a:blip r:embed="rId2"/>
          <a:stretch>
            <a:fillRect/>
          </a:stretch>
        </p:blipFill>
        <p:spPr>
          <a:xfrm>
            <a:off x="1919537" y="1555142"/>
            <a:ext cx="5976664" cy="3097995"/>
          </a:xfrm>
          <a:prstGeom prst="rect">
            <a:avLst/>
          </a:prstGeom>
        </p:spPr>
      </p:pic>
      <mc:AlternateContent xmlns:mc="http://schemas.openxmlformats.org/markup-compatibility/2006" xmlns:a14="http://schemas.microsoft.com/office/drawing/2010/main">
        <mc:Choice Requires="a14">
          <p:sp>
            <p:nvSpPr>
              <p:cNvPr id="9" name="Rectangle 3">
                <a:extLst>
                  <a:ext uri="{FF2B5EF4-FFF2-40B4-BE49-F238E27FC236}">
                    <a16:creationId xmlns:a16="http://schemas.microsoft.com/office/drawing/2014/main" id="{738AAF84-02F6-461E-AA72-8840C0181C26}"/>
                  </a:ext>
                </a:extLst>
              </p:cNvPr>
              <p:cNvSpPr txBox="1">
                <a:spLocks noChangeArrowheads="1"/>
              </p:cNvSpPr>
              <p:nvPr/>
            </p:nvSpPr>
            <p:spPr bwMode="auto">
              <a:xfrm>
                <a:off x="1914641" y="4509121"/>
                <a:ext cx="8602216" cy="192749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Char char="•"/>
                  <a:defRPr sz="3200">
                    <a:solidFill>
                      <a:srgbClr val="4D4D4D"/>
                    </a:solidFill>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Wingdings" panose="05000000000000000000" pitchFamily="2" charset="2"/>
                  <a:buChar char="Ø"/>
                  <a:defRPr sz="2800">
                    <a:solidFill>
                      <a:srgbClr val="4D4D4D"/>
                    </a:solidFill>
                    <a:latin typeface="+mn-lt"/>
                  </a:defRPr>
                </a:lvl2pPr>
                <a:lvl3pPr marL="1085850" indent="-228600" algn="l" rtl="0" eaLnBrk="0" fontAlgn="base" hangingPunct="0">
                  <a:spcBef>
                    <a:spcPct val="20000"/>
                  </a:spcBef>
                  <a:spcAft>
                    <a:spcPct val="0"/>
                  </a:spcAft>
                  <a:buClr>
                    <a:schemeClr val="folHlink"/>
                  </a:buClr>
                  <a:buSzPct val="75000"/>
                  <a:buFont typeface="Wingdings" panose="05000000000000000000" pitchFamily="2" charset="2"/>
                  <a:buChar char="w"/>
                  <a:defRPr sz="2400">
                    <a:solidFill>
                      <a:srgbClr val="4D4D4D"/>
                    </a:solidFill>
                    <a:latin typeface="+mn-lt"/>
                  </a:defRPr>
                </a:lvl3pPr>
                <a:lvl4pPr marL="1428750" indent="-228600" algn="l" rtl="0" eaLnBrk="0" fontAlgn="base" hangingPunct="0">
                  <a:spcBef>
                    <a:spcPct val="20000"/>
                  </a:spcBef>
                  <a:spcAft>
                    <a:spcPct val="0"/>
                  </a:spcAft>
                  <a:buClr>
                    <a:schemeClr val="folHlink"/>
                  </a:buClr>
                  <a:buSzPct val="75000"/>
                  <a:buFont typeface="Wingdings" panose="05000000000000000000" pitchFamily="2" charset="2"/>
                  <a:buChar char="§"/>
                  <a:defRPr sz="2000">
                    <a:solidFill>
                      <a:srgbClr val="4D4D4D"/>
                    </a:solidFill>
                    <a:latin typeface="+mn-lt"/>
                  </a:defRPr>
                </a:lvl4pPr>
                <a:lvl5pPr marL="1771650" indent="-228600" algn="l" rtl="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mn-lt"/>
                  </a:defRPr>
                </a:lvl5pPr>
                <a:lvl6pPr marL="22288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6pPr>
                <a:lvl7pPr marL="26860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7pPr>
                <a:lvl8pPr marL="31432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8pPr>
                <a:lvl9pPr marL="36004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9pPr>
              </a:lstStyle>
              <a:p>
                <a:pPr marL="0" indent="0">
                  <a:buNone/>
                </a:pPr>
                <a:r>
                  <a:rPr lang="es-AR" altLang="en-US" sz="2300" kern="0" dirty="0">
                    <a:solidFill>
                      <a:srgbClr val="000000"/>
                    </a:solidFill>
                  </a:rPr>
                  <a:t>Y </a:t>
                </a:r>
                <a14:m>
                  <m:oMath xmlns:m="http://schemas.openxmlformats.org/officeDocument/2006/math">
                    <m:r>
                      <a:rPr lang="es-AR" altLang="en-US" sz="2300" i="1" kern="0" dirty="0">
                        <a:solidFill>
                          <a:srgbClr val="000000"/>
                        </a:solidFill>
                        <a:latin typeface="Cambria Math" panose="02040503050406030204" pitchFamily="18" charset="0"/>
                      </a:rPr>
                      <m:t>𝑁</m:t>
                    </m:r>
                    <m:r>
                      <a:rPr lang="es-AR" altLang="en-US" sz="2300" i="1" kern="0" dirty="0">
                        <a:solidFill>
                          <a:srgbClr val="000000"/>
                        </a:solidFill>
                        <a:latin typeface="Cambria Math" panose="02040503050406030204" pitchFamily="18" charset="0"/>
                      </a:rPr>
                      <m:t> </m:t>
                    </m:r>
                  </m:oMath>
                </a14:m>
                <a:r>
                  <a:rPr lang="es-AR" altLang="en-US" sz="2300" kern="0" dirty="0">
                    <a:solidFill>
                      <a:srgbClr val="000000"/>
                    </a:solidFill>
                    <a:latin typeface="+mj-lt"/>
                  </a:rPr>
                  <a:t>la función cumulativa de la distribución normal con media 0 y varianza 1 - </a:t>
                </a:r>
                <a14:m>
                  <m:oMath xmlns:m="http://schemas.openxmlformats.org/officeDocument/2006/math">
                    <m:r>
                      <a:rPr lang="es-AR" altLang="en-US" sz="2300" i="1" kern="0" dirty="0">
                        <a:solidFill>
                          <a:srgbClr val="000000"/>
                        </a:solidFill>
                        <a:latin typeface="Cambria Math" panose="02040503050406030204" pitchFamily="18" charset="0"/>
                      </a:rPr>
                      <m:t>𝑁</m:t>
                    </m:r>
                    <m:d>
                      <m:dPr>
                        <m:ctrlPr>
                          <a:rPr lang="es-AR" altLang="en-US" sz="2300" i="1" kern="0" dirty="0">
                            <a:solidFill>
                              <a:srgbClr val="000000"/>
                            </a:solidFill>
                            <a:latin typeface="Cambria Math" panose="02040503050406030204" pitchFamily="18" charset="0"/>
                          </a:rPr>
                        </m:ctrlPr>
                      </m:dPr>
                      <m:e>
                        <m:r>
                          <a:rPr lang="es-AR" altLang="en-US" sz="2300" i="1" kern="0" dirty="0">
                            <a:solidFill>
                              <a:srgbClr val="000000"/>
                            </a:solidFill>
                            <a:latin typeface="Cambria Math" panose="02040503050406030204" pitchFamily="18" charset="0"/>
                          </a:rPr>
                          <m:t>0,1</m:t>
                        </m:r>
                      </m:e>
                    </m:d>
                    <m:r>
                      <a:rPr lang="es-AR" altLang="en-US" sz="2300" i="1" kern="0" dirty="0">
                        <a:solidFill>
                          <a:srgbClr val="000000"/>
                        </a:solidFill>
                        <a:latin typeface="Cambria Math" panose="02040503050406030204" pitchFamily="18" charset="0"/>
                      </a:rPr>
                      <m:t>:</m:t>
                    </m:r>
                  </m:oMath>
                </a14:m>
                <a:endParaRPr lang="es-AR" altLang="en-US" sz="2300" i="1" kern="0" dirty="0">
                  <a:solidFill>
                    <a:srgbClr val="000000"/>
                  </a:solidFill>
                </a:endParaRPr>
              </a:p>
              <a:p>
                <a:pPr marL="0" indent="0">
                  <a:buNone/>
                </a:pPr>
                <a:endParaRPr lang="es-AR" altLang="en-US" sz="2300" i="1" kern="0" dirty="0">
                  <a:solidFill>
                    <a:srgbClr val="000000"/>
                  </a:solidFill>
                </a:endParaRPr>
              </a:p>
              <a:p>
                <a:pPr marL="0" indent="0">
                  <a:buNone/>
                </a:pPr>
                <a:r>
                  <a:rPr lang="es-AR" altLang="en-US" sz="2300" i="1" kern="0" dirty="0">
                    <a:solidFill>
                      <a:srgbClr val="000000"/>
                    </a:solidFill>
                  </a:rPr>
                  <a:t>		</a:t>
                </a:r>
                <a14:m>
                  <m:oMath xmlns:m="http://schemas.openxmlformats.org/officeDocument/2006/math">
                    <m:r>
                      <a:rPr lang="es-AR" altLang="en-US" sz="2300" i="1" kern="0" dirty="0">
                        <a:solidFill>
                          <a:srgbClr val="000000"/>
                        </a:solidFill>
                        <a:latin typeface="Cambria Math" panose="02040503050406030204" pitchFamily="18" charset="0"/>
                      </a:rPr>
                      <m:t>𝑁</m:t>
                    </m:r>
                    <m:r>
                      <a:rPr lang="es-AR" altLang="en-US" sz="2300" i="1" kern="0" dirty="0">
                        <a:solidFill>
                          <a:srgbClr val="000000"/>
                        </a:solidFill>
                        <a:latin typeface="Cambria Math" panose="02040503050406030204" pitchFamily="18" charset="0"/>
                      </a:rPr>
                      <m:t>(</m:t>
                    </m:r>
                    <m:r>
                      <a:rPr lang="es-AR" altLang="en-US" sz="2300" i="1" kern="0" dirty="0">
                        <a:solidFill>
                          <a:srgbClr val="000000"/>
                        </a:solidFill>
                        <a:latin typeface="Cambria Math" panose="02040503050406030204" pitchFamily="18" charset="0"/>
                      </a:rPr>
                      <m:t>𝑥</m:t>
                    </m:r>
                    <m:r>
                      <a:rPr lang="es-AR" altLang="en-US" sz="2300" i="1" kern="0" dirty="0">
                        <a:solidFill>
                          <a:srgbClr val="000000"/>
                        </a:solidFill>
                        <a:latin typeface="Cambria Math" panose="02040503050406030204" pitchFamily="18" charset="0"/>
                      </a:rPr>
                      <m:t>)=</m:t>
                    </m:r>
                  </m:oMath>
                </a14:m>
                <a:endParaRPr lang="es-AR" altLang="en-US" sz="2300" i="1" kern="0" dirty="0">
                  <a:solidFill>
                    <a:srgbClr val="000000"/>
                  </a:solidFill>
                </a:endParaRPr>
              </a:p>
              <a:p>
                <a:pPr marL="0" indent="0">
                  <a:buNone/>
                </a:pPr>
                <a:endParaRPr lang="es-AR" altLang="en-US" sz="2300" i="1" kern="0" dirty="0">
                  <a:solidFill>
                    <a:srgbClr val="000000"/>
                  </a:solidFill>
                </a:endParaRPr>
              </a:p>
              <a:p>
                <a:pPr marL="0" indent="0">
                  <a:buNone/>
                </a:pPr>
                <a:endParaRPr lang="es-AR" altLang="en-US" sz="2300" i="1" kern="0" dirty="0">
                  <a:solidFill>
                    <a:srgbClr val="000000"/>
                  </a:solidFill>
                </a:endParaRPr>
              </a:p>
              <a:p>
                <a:pPr marL="0" indent="0">
                  <a:buNone/>
                </a:pPr>
                <a:endParaRPr lang="es-AR" altLang="en-US" sz="2300" i="1" kern="0" dirty="0">
                  <a:solidFill>
                    <a:srgbClr val="000000"/>
                  </a:solidFill>
                </a:endParaRPr>
              </a:p>
              <a:p>
                <a:pPr marL="0" indent="0">
                  <a:buNone/>
                </a:pPr>
                <a:endParaRPr lang="es-AR" altLang="en-US" sz="2300" i="1" kern="0" dirty="0">
                  <a:solidFill>
                    <a:srgbClr val="000000"/>
                  </a:solidFill>
                </a:endParaRPr>
              </a:p>
              <a:p>
                <a:pPr marL="0" indent="0">
                  <a:buNone/>
                </a:pPr>
                <a:endParaRPr lang="es-AR" altLang="en-US" sz="2300" kern="0" dirty="0">
                  <a:solidFill>
                    <a:srgbClr val="000000"/>
                  </a:solidFill>
                </a:endParaRPr>
              </a:p>
            </p:txBody>
          </p:sp>
        </mc:Choice>
        <mc:Fallback xmlns="">
          <p:sp>
            <p:nvSpPr>
              <p:cNvPr id="9" name="Rectangle 3">
                <a:extLst>
                  <a:ext uri="{FF2B5EF4-FFF2-40B4-BE49-F238E27FC236}">
                    <a16:creationId xmlns:a16="http://schemas.microsoft.com/office/drawing/2014/main" id="{738AAF84-02F6-461E-AA72-8840C0181C26}"/>
                  </a:ext>
                </a:extLst>
              </p:cNvPr>
              <p:cNvSpPr txBox="1">
                <a:spLocks noRot="1" noChangeAspect="1" noMove="1" noResize="1" noEditPoints="1" noAdjustHandles="1" noChangeArrowheads="1" noChangeShapeType="1" noTextEdit="1"/>
              </p:cNvSpPr>
              <p:nvPr/>
            </p:nvSpPr>
            <p:spPr bwMode="auto">
              <a:xfrm>
                <a:off x="1914641" y="4509121"/>
                <a:ext cx="8602216" cy="1927493"/>
              </a:xfrm>
              <a:prstGeom prst="rect">
                <a:avLst/>
              </a:prstGeom>
              <a:blipFill>
                <a:blip r:embed="rId3"/>
                <a:stretch>
                  <a:fillRect l="-992" t="-253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6" name="Picture 5">
            <a:extLst>
              <a:ext uri="{FF2B5EF4-FFF2-40B4-BE49-F238E27FC236}">
                <a16:creationId xmlns:a16="http://schemas.microsoft.com/office/drawing/2014/main" id="{2A3057A7-CE0C-4EA6-A49E-9227B1144D37}"/>
              </a:ext>
            </a:extLst>
          </p:cNvPr>
          <p:cNvPicPr>
            <a:picLocks noChangeAspect="1"/>
          </p:cNvPicPr>
          <p:nvPr/>
        </p:nvPicPr>
        <p:blipFill>
          <a:blip r:embed="rId4"/>
          <a:stretch>
            <a:fillRect/>
          </a:stretch>
        </p:blipFill>
        <p:spPr>
          <a:xfrm>
            <a:off x="4871865" y="5517233"/>
            <a:ext cx="2151925" cy="819781"/>
          </a:xfrm>
          <a:prstGeom prst="rect">
            <a:avLst/>
          </a:prstGeom>
        </p:spPr>
      </p:pic>
    </p:spTree>
    <p:extLst>
      <p:ext uri="{BB962C8B-B14F-4D97-AF65-F5344CB8AC3E}">
        <p14:creationId xmlns:p14="http://schemas.microsoft.com/office/powerpoint/2010/main" val="18912641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A9C4E8-581A-4E73-B27B-71D0BD093319}"/>
              </a:ext>
            </a:extLst>
          </p:cNvPr>
          <p:cNvSpPr>
            <a:spLocks noGrp="1"/>
          </p:cNvSpPr>
          <p:nvPr>
            <p:ph type="sldNum" sz="quarter" idx="10"/>
          </p:nvPr>
        </p:nvSpPr>
        <p:spPr/>
        <p:txBody>
          <a:bodyPr/>
          <a:lstStyle/>
          <a:p>
            <a:pPr>
              <a:defRPr/>
            </a:pPr>
            <a:fld id="{095C3A6C-2EF2-4429-8171-61B701167257}" type="slidenum">
              <a:rPr lang="en-US" altLang="en-US" smtClean="0"/>
              <a:pPr>
                <a:defRPr/>
              </a:pPr>
              <a:t>26</a:t>
            </a:fld>
            <a:endParaRPr lang="en-US" altLang="en-US"/>
          </a:p>
        </p:txBody>
      </p:sp>
      <p:sp>
        <p:nvSpPr>
          <p:cNvPr id="3" name="Rectangle 2">
            <a:extLst>
              <a:ext uri="{FF2B5EF4-FFF2-40B4-BE49-F238E27FC236}">
                <a16:creationId xmlns:a16="http://schemas.microsoft.com/office/drawing/2014/main" id="{2C5010B1-A23D-46C3-A2F0-4934E81DD0DA}"/>
              </a:ext>
            </a:extLst>
          </p:cNvPr>
          <p:cNvSpPr txBox="1">
            <a:spLocks noChangeArrowheads="1"/>
          </p:cNvSpPr>
          <p:nvPr/>
        </p:nvSpPr>
        <p:spPr bwMode="auto">
          <a:xfrm>
            <a:off x="2458542" y="0"/>
            <a:ext cx="7381875"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ctr" anchorCtr="0" compatLnSpc="1">
            <a:prstTxWarp prst="textNoShape">
              <a:avLst/>
            </a:prstTxWarp>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defTabSz="4572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200" kern="0" dirty="0">
                <a:solidFill>
                  <a:srgbClr val="000000"/>
                </a:solidFill>
              </a:rPr>
              <a:t>La formula de Black Scholes (2/2)</a:t>
            </a:r>
          </a:p>
        </p:txBody>
      </p:sp>
      <mc:AlternateContent xmlns:mc="http://schemas.openxmlformats.org/markup-compatibility/2006" xmlns:a14="http://schemas.microsoft.com/office/drawing/2010/main">
        <mc:Choice Requires="a14">
          <p:sp>
            <p:nvSpPr>
              <p:cNvPr id="7" name="Rectangle 3">
                <a:extLst>
                  <a:ext uri="{FF2B5EF4-FFF2-40B4-BE49-F238E27FC236}">
                    <a16:creationId xmlns:a16="http://schemas.microsoft.com/office/drawing/2014/main" id="{1E49DB00-3752-4571-A409-8E893F9126FC}"/>
                  </a:ext>
                </a:extLst>
              </p:cNvPr>
              <p:cNvSpPr txBox="1">
                <a:spLocks noChangeArrowheads="1"/>
              </p:cNvSpPr>
              <p:nvPr/>
            </p:nvSpPr>
            <p:spPr bwMode="auto">
              <a:xfrm>
                <a:off x="1703512" y="3212976"/>
                <a:ext cx="8602216" cy="309634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Char char="•"/>
                  <a:defRPr sz="3200">
                    <a:solidFill>
                      <a:srgbClr val="4D4D4D"/>
                    </a:solidFill>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Wingdings" panose="05000000000000000000" pitchFamily="2" charset="2"/>
                  <a:buChar char="Ø"/>
                  <a:defRPr sz="2800">
                    <a:solidFill>
                      <a:srgbClr val="4D4D4D"/>
                    </a:solidFill>
                    <a:latin typeface="+mn-lt"/>
                  </a:defRPr>
                </a:lvl2pPr>
                <a:lvl3pPr marL="1085850" indent="-228600" algn="l" rtl="0" eaLnBrk="0" fontAlgn="base" hangingPunct="0">
                  <a:spcBef>
                    <a:spcPct val="20000"/>
                  </a:spcBef>
                  <a:spcAft>
                    <a:spcPct val="0"/>
                  </a:spcAft>
                  <a:buClr>
                    <a:schemeClr val="folHlink"/>
                  </a:buClr>
                  <a:buSzPct val="75000"/>
                  <a:buFont typeface="Wingdings" panose="05000000000000000000" pitchFamily="2" charset="2"/>
                  <a:buChar char="w"/>
                  <a:defRPr sz="2400">
                    <a:solidFill>
                      <a:srgbClr val="4D4D4D"/>
                    </a:solidFill>
                    <a:latin typeface="+mn-lt"/>
                  </a:defRPr>
                </a:lvl3pPr>
                <a:lvl4pPr marL="1428750" indent="-228600" algn="l" rtl="0" eaLnBrk="0" fontAlgn="base" hangingPunct="0">
                  <a:spcBef>
                    <a:spcPct val="20000"/>
                  </a:spcBef>
                  <a:spcAft>
                    <a:spcPct val="0"/>
                  </a:spcAft>
                  <a:buClr>
                    <a:schemeClr val="folHlink"/>
                  </a:buClr>
                  <a:buSzPct val="75000"/>
                  <a:buFont typeface="Wingdings" panose="05000000000000000000" pitchFamily="2" charset="2"/>
                  <a:buChar char="§"/>
                  <a:defRPr sz="2000">
                    <a:solidFill>
                      <a:srgbClr val="4D4D4D"/>
                    </a:solidFill>
                    <a:latin typeface="+mn-lt"/>
                  </a:defRPr>
                </a:lvl4pPr>
                <a:lvl5pPr marL="1771650" indent="-228600" algn="l" rtl="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mn-lt"/>
                  </a:defRPr>
                </a:lvl5pPr>
                <a:lvl6pPr marL="22288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6pPr>
                <a:lvl7pPr marL="26860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7pPr>
                <a:lvl8pPr marL="31432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8pPr>
                <a:lvl9pPr marL="36004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9pPr>
              </a:lstStyle>
              <a:p>
                <a:endParaRPr lang="es-AR" altLang="en-US" sz="2300" kern="0" dirty="0">
                  <a:solidFill>
                    <a:srgbClr val="000000"/>
                  </a:solidFill>
                </a:endParaRPr>
              </a:p>
              <a:p>
                <a:r>
                  <a:rPr lang="es-AR" altLang="en-US" sz="2300" i="1" kern="0" dirty="0" err="1">
                    <a:solidFill>
                      <a:srgbClr val="000000"/>
                    </a:solidFill>
                  </a:rPr>
                  <a:t>Put</a:t>
                </a:r>
                <a:r>
                  <a:rPr lang="es-AR" altLang="en-US" sz="2300" kern="0" dirty="0">
                    <a:solidFill>
                      <a:srgbClr val="000000"/>
                    </a:solidFill>
                  </a:rPr>
                  <a:t> Europea que no pague dividendos</a:t>
                </a:r>
              </a:p>
              <a:p>
                <a:endParaRPr lang="es-AR" altLang="en-US" sz="2300" kern="0" dirty="0">
                  <a:solidFill>
                    <a:srgbClr val="000000"/>
                  </a:solidFill>
                </a:endParaRPr>
              </a:p>
              <a:p>
                <a:pPr marL="0" indent="0">
                  <a:buNone/>
                </a:pPr>
                <a:endParaRPr lang="es-AR" altLang="en-US" sz="2300" i="1" kern="0" dirty="0">
                  <a:solidFill>
                    <a:srgbClr val="000000"/>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s-AR" altLang="en-US" sz="2300" i="1" kern="0">
                          <a:solidFill>
                            <a:srgbClr val="000000"/>
                          </a:solidFill>
                          <a:latin typeface="Cambria Math" panose="02040503050406030204" pitchFamily="18" charset="0"/>
                        </a:rPr>
                        <m:t>𝑃</m:t>
                      </m:r>
                      <m:r>
                        <a:rPr lang="es-AR" altLang="en-US" sz="2300" i="1" kern="0">
                          <a:solidFill>
                            <a:srgbClr val="000000"/>
                          </a:solidFill>
                          <a:latin typeface="Cambria Math" panose="02040503050406030204" pitchFamily="18" charset="0"/>
                        </a:rPr>
                        <m:t>=</m:t>
                      </m:r>
                      <m:r>
                        <a:rPr lang="es-AR" altLang="en-US" sz="2300" i="1" kern="0">
                          <a:solidFill>
                            <a:srgbClr val="000000"/>
                          </a:solidFill>
                          <a:latin typeface="Cambria Math" panose="02040503050406030204" pitchFamily="18" charset="0"/>
                        </a:rPr>
                        <m:t>𝐾</m:t>
                      </m:r>
                      <m:sSup>
                        <m:sSupPr>
                          <m:ctrlPr>
                            <a:rPr lang="es-AR" altLang="en-US" sz="2300" i="1" kern="0">
                              <a:solidFill>
                                <a:srgbClr val="000000"/>
                              </a:solidFill>
                              <a:latin typeface="Cambria Math" panose="02040503050406030204" pitchFamily="18" charset="0"/>
                            </a:rPr>
                          </m:ctrlPr>
                        </m:sSupPr>
                        <m:e>
                          <m:r>
                            <a:rPr lang="es-AR" altLang="en-US" sz="2300" i="1" kern="0">
                              <a:solidFill>
                                <a:srgbClr val="000000"/>
                              </a:solidFill>
                              <a:latin typeface="Cambria Math" panose="02040503050406030204" pitchFamily="18" charset="0"/>
                            </a:rPr>
                            <m:t>𝑒</m:t>
                          </m:r>
                        </m:e>
                        <m:sup>
                          <m:r>
                            <a:rPr lang="es-AR" altLang="en-US" sz="2300" i="1" kern="0">
                              <a:solidFill>
                                <a:srgbClr val="000000"/>
                              </a:solidFill>
                              <a:latin typeface="Cambria Math" panose="02040503050406030204" pitchFamily="18" charset="0"/>
                            </a:rPr>
                            <m:t>−</m:t>
                          </m:r>
                          <m:r>
                            <a:rPr lang="es-AR" altLang="en-US" sz="2300" i="1" kern="0">
                              <a:solidFill>
                                <a:srgbClr val="000000"/>
                              </a:solidFill>
                              <a:latin typeface="Cambria Math" panose="02040503050406030204" pitchFamily="18" charset="0"/>
                            </a:rPr>
                            <m:t>𝑟𝑇</m:t>
                          </m:r>
                        </m:sup>
                      </m:sSup>
                      <m:r>
                        <a:rPr lang="es-AR" altLang="en-US" sz="2300" i="1" kern="0">
                          <a:solidFill>
                            <a:srgbClr val="000000"/>
                          </a:solidFill>
                          <a:latin typeface="Cambria Math" panose="02040503050406030204" pitchFamily="18" charset="0"/>
                        </a:rPr>
                        <m:t>𝑁</m:t>
                      </m:r>
                      <m:d>
                        <m:dPr>
                          <m:ctrlPr>
                            <a:rPr lang="es-AR" altLang="en-US" sz="2300" i="1" kern="0">
                              <a:solidFill>
                                <a:srgbClr val="000000"/>
                              </a:solidFill>
                              <a:latin typeface="Cambria Math" panose="02040503050406030204" pitchFamily="18" charset="0"/>
                            </a:rPr>
                          </m:ctrlPr>
                        </m:dPr>
                        <m:e>
                          <m:r>
                            <a:rPr lang="es-AR" altLang="en-US" sz="2300" i="1" kern="0">
                              <a:solidFill>
                                <a:srgbClr val="000000"/>
                              </a:solidFill>
                              <a:latin typeface="Cambria Math" panose="02040503050406030204" pitchFamily="18" charset="0"/>
                            </a:rPr>
                            <m:t>−</m:t>
                          </m:r>
                          <m:sSup>
                            <m:sSupPr>
                              <m:ctrlPr>
                                <a:rPr lang="es-AR" altLang="en-US" sz="2300" i="1" kern="0">
                                  <a:solidFill>
                                    <a:srgbClr val="000000"/>
                                  </a:solidFill>
                                  <a:latin typeface="Cambria Math" panose="02040503050406030204" pitchFamily="18" charset="0"/>
                                </a:rPr>
                              </m:ctrlPr>
                            </m:sSupPr>
                            <m:e>
                              <m:r>
                                <a:rPr lang="es-AR" altLang="en-US" sz="2300" i="1" kern="0">
                                  <a:solidFill>
                                    <a:srgbClr val="000000"/>
                                  </a:solidFill>
                                  <a:latin typeface="Cambria Math" panose="02040503050406030204" pitchFamily="18" charset="0"/>
                                </a:rPr>
                                <m:t>𝑑</m:t>
                              </m:r>
                            </m:e>
                            <m:sup>
                              <m:r>
                                <a:rPr lang="es-AR" altLang="en-US" sz="2300" i="1" kern="0">
                                  <a:solidFill>
                                    <a:srgbClr val="000000"/>
                                  </a:solidFill>
                                  <a:latin typeface="Cambria Math" panose="02040503050406030204" pitchFamily="18" charset="0"/>
                                </a:rPr>
                                <m:t>−</m:t>
                              </m:r>
                            </m:sup>
                          </m:sSup>
                        </m:e>
                      </m:d>
                      <m:r>
                        <a:rPr lang="es-AR" altLang="en-US" sz="2300" i="1" kern="0">
                          <a:solidFill>
                            <a:srgbClr val="000000"/>
                          </a:solidFill>
                          <a:latin typeface="Cambria Math" panose="02040503050406030204" pitchFamily="18" charset="0"/>
                        </a:rPr>
                        <m:t>−</m:t>
                      </m:r>
                      <m:sSub>
                        <m:sSubPr>
                          <m:ctrlPr>
                            <a:rPr lang="es-AR" altLang="en-US" sz="2300" i="1" kern="0">
                              <a:solidFill>
                                <a:srgbClr val="000000"/>
                              </a:solidFill>
                              <a:latin typeface="Cambria Math" panose="02040503050406030204" pitchFamily="18" charset="0"/>
                            </a:rPr>
                          </m:ctrlPr>
                        </m:sSubPr>
                        <m:e>
                          <m:r>
                            <a:rPr lang="es-AR" altLang="en-US" sz="2300" i="1" kern="0">
                              <a:solidFill>
                                <a:srgbClr val="000000"/>
                              </a:solidFill>
                              <a:latin typeface="Cambria Math" panose="02040503050406030204" pitchFamily="18" charset="0"/>
                            </a:rPr>
                            <m:t>𝑆</m:t>
                          </m:r>
                        </m:e>
                        <m:sub>
                          <m:r>
                            <a:rPr lang="es-AR" altLang="en-US" sz="2300" i="1" kern="0">
                              <a:solidFill>
                                <a:srgbClr val="000000"/>
                              </a:solidFill>
                              <a:latin typeface="Cambria Math" panose="02040503050406030204" pitchFamily="18" charset="0"/>
                            </a:rPr>
                            <m:t>0</m:t>
                          </m:r>
                        </m:sub>
                      </m:sSub>
                      <m:r>
                        <a:rPr lang="es-AR" altLang="en-US" sz="2300" i="1" kern="0">
                          <a:solidFill>
                            <a:srgbClr val="000000"/>
                          </a:solidFill>
                          <a:latin typeface="Cambria Math" panose="02040503050406030204" pitchFamily="18" charset="0"/>
                        </a:rPr>
                        <m:t>𝑁</m:t>
                      </m:r>
                      <m:d>
                        <m:dPr>
                          <m:ctrlPr>
                            <a:rPr lang="es-AR" altLang="en-US" sz="2300" i="1" kern="0">
                              <a:solidFill>
                                <a:srgbClr val="000000"/>
                              </a:solidFill>
                              <a:latin typeface="Cambria Math" panose="02040503050406030204" pitchFamily="18" charset="0"/>
                            </a:rPr>
                          </m:ctrlPr>
                        </m:dPr>
                        <m:e>
                          <m:r>
                            <a:rPr lang="es-AR" altLang="en-US" sz="2300" i="1" kern="0">
                              <a:solidFill>
                                <a:srgbClr val="000000"/>
                              </a:solidFill>
                              <a:latin typeface="Cambria Math" panose="02040503050406030204" pitchFamily="18" charset="0"/>
                            </a:rPr>
                            <m:t>−</m:t>
                          </m:r>
                          <m:sSup>
                            <m:sSupPr>
                              <m:ctrlPr>
                                <a:rPr lang="es-AR" altLang="en-US" sz="2300" i="1" kern="0">
                                  <a:solidFill>
                                    <a:srgbClr val="000000"/>
                                  </a:solidFill>
                                  <a:latin typeface="Cambria Math" panose="02040503050406030204" pitchFamily="18" charset="0"/>
                                </a:rPr>
                              </m:ctrlPr>
                            </m:sSupPr>
                            <m:e>
                              <m:r>
                                <a:rPr lang="es-AR" altLang="en-US" sz="2300" i="1" kern="0">
                                  <a:solidFill>
                                    <a:srgbClr val="000000"/>
                                  </a:solidFill>
                                  <a:latin typeface="Cambria Math" panose="02040503050406030204" pitchFamily="18" charset="0"/>
                                </a:rPr>
                                <m:t>𝑑</m:t>
                              </m:r>
                            </m:e>
                            <m:sup>
                              <m:r>
                                <a:rPr lang="es-AR" altLang="en-US" sz="2300" i="1" kern="0">
                                  <a:solidFill>
                                    <a:srgbClr val="000000"/>
                                  </a:solidFill>
                                  <a:latin typeface="Cambria Math" panose="02040503050406030204" pitchFamily="18" charset="0"/>
                                </a:rPr>
                                <m:t>+</m:t>
                              </m:r>
                            </m:sup>
                          </m:sSup>
                        </m:e>
                      </m:d>
                    </m:oMath>
                  </m:oMathPara>
                </a14:m>
                <a:endParaRPr lang="es-AR" altLang="en-US" sz="2300" kern="0" dirty="0">
                  <a:solidFill>
                    <a:srgbClr val="000000"/>
                  </a:solidFill>
                </a:endParaRPr>
              </a:p>
            </p:txBody>
          </p:sp>
        </mc:Choice>
        <mc:Fallback xmlns="">
          <p:sp>
            <p:nvSpPr>
              <p:cNvPr id="7" name="Rectangle 3">
                <a:extLst>
                  <a:ext uri="{FF2B5EF4-FFF2-40B4-BE49-F238E27FC236}">
                    <a16:creationId xmlns:a16="http://schemas.microsoft.com/office/drawing/2014/main" id="{1E49DB00-3752-4571-A409-8E893F9126FC}"/>
                  </a:ext>
                </a:extLst>
              </p:cNvPr>
              <p:cNvSpPr txBox="1">
                <a:spLocks noRot="1" noChangeAspect="1" noMove="1" noResize="1" noEditPoints="1" noAdjustHandles="1" noChangeArrowheads="1" noChangeShapeType="1" noTextEdit="1"/>
              </p:cNvSpPr>
              <p:nvPr/>
            </p:nvSpPr>
            <p:spPr bwMode="auto">
              <a:xfrm>
                <a:off x="1703512" y="3212976"/>
                <a:ext cx="8602216" cy="3096344"/>
              </a:xfrm>
              <a:prstGeom prst="rect">
                <a:avLst/>
              </a:prstGeom>
              <a:blipFill>
                <a:blip r:embed="rId2"/>
                <a:stretch>
                  <a:fillRect l="-106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4" name="Picture 3">
            <a:extLst>
              <a:ext uri="{FF2B5EF4-FFF2-40B4-BE49-F238E27FC236}">
                <a16:creationId xmlns:a16="http://schemas.microsoft.com/office/drawing/2014/main" id="{702A1570-49C8-4D44-8F81-4660027C0DD7}"/>
              </a:ext>
            </a:extLst>
          </p:cNvPr>
          <p:cNvPicPr>
            <a:picLocks noChangeAspect="1"/>
          </p:cNvPicPr>
          <p:nvPr/>
        </p:nvPicPr>
        <p:blipFill>
          <a:blip r:embed="rId3"/>
          <a:stretch>
            <a:fillRect/>
          </a:stretch>
        </p:blipFill>
        <p:spPr>
          <a:xfrm>
            <a:off x="1919537" y="1340582"/>
            <a:ext cx="7458075" cy="1676400"/>
          </a:xfrm>
          <a:prstGeom prst="rect">
            <a:avLst/>
          </a:prstGeom>
        </p:spPr>
      </p:pic>
      <p:sp>
        <p:nvSpPr>
          <p:cNvPr id="5" name="Rectangle 4">
            <a:extLst>
              <a:ext uri="{FF2B5EF4-FFF2-40B4-BE49-F238E27FC236}">
                <a16:creationId xmlns:a16="http://schemas.microsoft.com/office/drawing/2014/main" id="{A6DC09CA-5BA1-4BCA-84C1-72F8F582AF0C}"/>
              </a:ext>
            </a:extLst>
          </p:cNvPr>
          <p:cNvSpPr/>
          <p:nvPr/>
        </p:nvSpPr>
        <p:spPr>
          <a:xfrm>
            <a:off x="6888089" y="2420888"/>
            <a:ext cx="45719" cy="2240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921987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A9C4E8-581A-4E73-B27B-71D0BD093319}"/>
              </a:ext>
            </a:extLst>
          </p:cNvPr>
          <p:cNvSpPr>
            <a:spLocks noGrp="1"/>
          </p:cNvSpPr>
          <p:nvPr>
            <p:ph type="sldNum" sz="quarter" idx="10"/>
          </p:nvPr>
        </p:nvSpPr>
        <p:spPr/>
        <p:txBody>
          <a:bodyPr/>
          <a:lstStyle/>
          <a:p>
            <a:pPr>
              <a:defRPr/>
            </a:pPr>
            <a:fld id="{095C3A6C-2EF2-4429-8171-61B701167257}" type="slidenum">
              <a:rPr lang="en-US" altLang="en-US" smtClean="0"/>
              <a:pPr>
                <a:defRPr/>
              </a:pPr>
              <a:t>27</a:t>
            </a:fld>
            <a:endParaRPr lang="en-US" altLang="en-US"/>
          </a:p>
        </p:txBody>
      </p:sp>
      <p:sp>
        <p:nvSpPr>
          <p:cNvPr id="3" name="Rectangle 2">
            <a:extLst>
              <a:ext uri="{FF2B5EF4-FFF2-40B4-BE49-F238E27FC236}">
                <a16:creationId xmlns:a16="http://schemas.microsoft.com/office/drawing/2014/main" id="{2C5010B1-A23D-46C3-A2F0-4934E81DD0DA}"/>
              </a:ext>
            </a:extLst>
          </p:cNvPr>
          <p:cNvSpPr txBox="1">
            <a:spLocks noChangeArrowheads="1"/>
          </p:cNvSpPr>
          <p:nvPr/>
        </p:nvSpPr>
        <p:spPr bwMode="auto">
          <a:xfrm>
            <a:off x="2458542" y="0"/>
            <a:ext cx="7381875"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ctr" anchorCtr="0" compatLnSpc="1">
            <a:prstTxWarp prst="textNoShape">
              <a:avLst/>
            </a:prstTxWarp>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defTabSz="4572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200" kern="0" dirty="0">
                <a:solidFill>
                  <a:srgbClr val="000000"/>
                </a:solidFill>
              </a:rPr>
              <a:t>Black Scholes con </a:t>
            </a:r>
            <a:r>
              <a:rPr lang="en-GB" altLang="en-US" sz="3200" kern="0" dirty="0" err="1">
                <a:solidFill>
                  <a:srgbClr val="000000"/>
                </a:solidFill>
              </a:rPr>
              <a:t>pago</a:t>
            </a:r>
            <a:r>
              <a:rPr lang="en-GB" altLang="en-US" sz="3200" kern="0" dirty="0">
                <a:solidFill>
                  <a:srgbClr val="000000"/>
                </a:solidFill>
              </a:rPr>
              <a:t> de </a:t>
            </a:r>
            <a:r>
              <a:rPr lang="en-GB" altLang="en-US" sz="3200" kern="0" dirty="0" err="1">
                <a:solidFill>
                  <a:srgbClr val="000000"/>
                </a:solidFill>
              </a:rPr>
              <a:t>dividendos</a:t>
            </a:r>
            <a:endParaRPr lang="en-GB" altLang="en-US" sz="3200" i="1" kern="0" dirty="0">
              <a:solidFill>
                <a:srgbClr val="000000"/>
              </a:solidFill>
            </a:endParaRPr>
          </a:p>
        </p:txBody>
      </p:sp>
      <mc:AlternateContent xmlns:mc="http://schemas.openxmlformats.org/markup-compatibility/2006" xmlns:a14="http://schemas.microsoft.com/office/drawing/2010/main">
        <mc:Choice Requires="a14">
          <p:sp>
            <p:nvSpPr>
              <p:cNvPr id="7" name="Rectangle 3">
                <a:extLst>
                  <a:ext uri="{FF2B5EF4-FFF2-40B4-BE49-F238E27FC236}">
                    <a16:creationId xmlns:a16="http://schemas.microsoft.com/office/drawing/2014/main" id="{1E49DB00-3752-4571-A409-8E893F9126FC}"/>
                  </a:ext>
                </a:extLst>
              </p:cNvPr>
              <p:cNvSpPr txBox="1">
                <a:spLocks noChangeArrowheads="1"/>
              </p:cNvSpPr>
              <p:nvPr/>
            </p:nvSpPr>
            <p:spPr bwMode="auto">
              <a:xfrm>
                <a:off x="1814264" y="1125538"/>
                <a:ext cx="8602216" cy="511177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Char char="•"/>
                  <a:defRPr sz="3200">
                    <a:solidFill>
                      <a:srgbClr val="4D4D4D"/>
                    </a:solidFill>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Wingdings" panose="05000000000000000000" pitchFamily="2" charset="2"/>
                  <a:buChar char="Ø"/>
                  <a:defRPr sz="2800">
                    <a:solidFill>
                      <a:srgbClr val="4D4D4D"/>
                    </a:solidFill>
                    <a:latin typeface="+mn-lt"/>
                  </a:defRPr>
                </a:lvl2pPr>
                <a:lvl3pPr marL="1085850" indent="-228600" algn="l" rtl="0" eaLnBrk="0" fontAlgn="base" hangingPunct="0">
                  <a:spcBef>
                    <a:spcPct val="20000"/>
                  </a:spcBef>
                  <a:spcAft>
                    <a:spcPct val="0"/>
                  </a:spcAft>
                  <a:buClr>
                    <a:schemeClr val="folHlink"/>
                  </a:buClr>
                  <a:buSzPct val="75000"/>
                  <a:buFont typeface="Wingdings" panose="05000000000000000000" pitchFamily="2" charset="2"/>
                  <a:buChar char="w"/>
                  <a:defRPr sz="2400">
                    <a:solidFill>
                      <a:srgbClr val="4D4D4D"/>
                    </a:solidFill>
                    <a:latin typeface="+mn-lt"/>
                  </a:defRPr>
                </a:lvl3pPr>
                <a:lvl4pPr marL="1428750" indent="-228600" algn="l" rtl="0" eaLnBrk="0" fontAlgn="base" hangingPunct="0">
                  <a:spcBef>
                    <a:spcPct val="20000"/>
                  </a:spcBef>
                  <a:spcAft>
                    <a:spcPct val="0"/>
                  </a:spcAft>
                  <a:buClr>
                    <a:schemeClr val="folHlink"/>
                  </a:buClr>
                  <a:buSzPct val="75000"/>
                  <a:buFont typeface="Wingdings" panose="05000000000000000000" pitchFamily="2" charset="2"/>
                  <a:buChar char="§"/>
                  <a:defRPr sz="2000">
                    <a:solidFill>
                      <a:srgbClr val="4D4D4D"/>
                    </a:solidFill>
                    <a:latin typeface="+mn-lt"/>
                  </a:defRPr>
                </a:lvl4pPr>
                <a:lvl5pPr marL="1771650" indent="-228600" algn="l" rtl="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mn-lt"/>
                  </a:defRPr>
                </a:lvl5pPr>
                <a:lvl6pPr marL="22288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6pPr>
                <a:lvl7pPr marL="26860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7pPr>
                <a:lvl8pPr marL="31432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8pPr>
                <a:lvl9pPr marL="36004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9pPr>
              </a:lstStyle>
              <a:p>
                <a:pPr marL="0" indent="0">
                  <a:buNone/>
                </a:pPr>
                <a:endParaRPr lang="es-AR" altLang="en-US" sz="2300" kern="0" dirty="0">
                  <a:solidFill>
                    <a:srgbClr val="000000"/>
                  </a:solidFill>
                </a:endParaRPr>
              </a:p>
              <a:p>
                <a:pPr marL="0" indent="0">
                  <a:buNone/>
                </a:pPr>
                <a:r>
                  <a:rPr lang="es-AR" altLang="en-US" sz="2300" kern="0" dirty="0">
                    <a:solidFill>
                      <a:srgbClr val="000000"/>
                    </a:solidFill>
                  </a:rPr>
                  <a:t>Es sencillo extender Black Scholes cuando se supone que el </a:t>
                </a:r>
                <a:r>
                  <a:rPr lang="es-AR" altLang="en-US" sz="2300" kern="0" dirty="0">
                    <a:solidFill>
                      <a:schemeClr val="tx1">
                        <a:lumMod val="60000"/>
                        <a:lumOff val="40000"/>
                      </a:schemeClr>
                    </a:solidFill>
                  </a:rPr>
                  <a:t>pago de dividendos es continuo </a:t>
                </a:r>
                <a:r>
                  <a:rPr lang="es-AR" altLang="en-US" sz="2300" kern="0" dirty="0">
                    <a:solidFill>
                      <a:srgbClr val="000000"/>
                    </a:solidFill>
                  </a:rPr>
                  <a:t>a una tasa</a:t>
                </a:r>
                <a:r>
                  <a:rPr lang="es-AR" altLang="en-US" sz="2300" kern="0" dirty="0">
                    <a:solidFill>
                      <a:schemeClr val="tx1">
                        <a:lumMod val="60000"/>
                        <a:lumOff val="40000"/>
                      </a:schemeClr>
                    </a:solidFill>
                  </a:rPr>
                  <a:t> </a:t>
                </a:r>
                <a14:m>
                  <m:oMath xmlns:m="http://schemas.openxmlformats.org/officeDocument/2006/math">
                    <m:r>
                      <a:rPr lang="es-AR" altLang="en-US" sz="2300" i="1" kern="0" dirty="0">
                        <a:solidFill>
                          <a:schemeClr val="tx1">
                            <a:lumMod val="60000"/>
                            <a:lumOff val="40000"/>
                          </a:schemeClr>
                        </a:solidFill>
                        <a:latin typeface="Cambria Math" panose="02040503050406030204" pitchFamily="18" charset="0"/>
                      </a:rPr>
                      <m:t>𝑑𝑖𝑣</m:t>
                    </m:r>
                  </m:oMath>
                </a14:m>
                <a:r>
                  <a:rPr lang="es-AR" altLang="en-US" sz="2300" kern="0" dirty="0">
                    <a:solidFill>
                      <a:schemeClr val="tx1">
                        <a:lumMod val="60000"/>
                        <a:lumOff val="40000"/>
                      </a:schemeClr>
                    </a:solidFill>
                  </a:rPr>
                  <a:t> </a:t>
                </a:r>
                <a:r>
                  <a:rPr lang="es-AR" altLang="en-US" sz="2300" kern="0" dirty="0">
                    <a:solidFill>
                      <a:srgbClr val="000000"/>
                    </a:solidFill>
                  </a:rPr>
                  <a:t>(aproximación de la realidad)</a:t>
                </a:r>
              </a:p>
              <a:p>
                <a:r>
                  <a:rPr lang="es-AR" altLang="en-US" sz="2300" i="1" kern="0" dirty="0" err="1">
                    <a:solidFill>
                      <a:srgbClr val="000000"/>
                    </a:solidFill>
                  </a:rPr>
                  <a:t>Call</a:t>
                </a:r>
                <a:r>
                  <a:rPr lang="es-AR" altLang="en-US" sz="2300" kern="0" dirty="0">
                    <a:solidFill>
                      <a:srgbClr val="000000"/>
                    </a:solidFill>
                  </a:rPr>
                  <a:t> Europea que pague dividendos</a:t>
                </a:r>
              </a:p>
              <a:p>
                <a:endParaRPr lang="es-AR" altLang="en-US" sz="2300" kern="0" dirty="0">
                  <a:solidFill>
                    <a:srgbClr val="000000"/>
                  </a:solidFill>
                </a:endParaRPr>
              </a:p>
              <a:p>
                <a:pPr marL="0" indent="0">
                  <a:buNone/>
                </a:pPr>
                <a14:m>
                  <m:oMathPara xmlns:m="http://schemas.openxmlformats.org/officeDocument/2006/math">
                    <m:oMathParaPr>
                      <m:jc m:val="centerGroup"/>
                    </m:oMathParaPr>
                    <m:oMath xmlns:m="http://schemas.openxmlformats.org/officeDocument/2006/math">
                      <m:sSub>
                        <m:sSubPr>
                          <m:ctrlPr>
                            <a:rPr lang="es-AR" altLang="en-US" sz="2300" i="1" kern="0">
                              <a:solidFill>
                                <a:srgbClr val="000000"/>
                              </a:solidFill>
                              <a:latin typeface="Cambria Math" panose="02040503050406030204" pitchFamily="18" charset="0"/>
                            </a:rPr>
                          </m:ctrlPr>
                        </m:sSubPr>
                        <m:e>
                          <m:r>
                            <a:rPr lang="es-AR" altLang="en-US" sz="2300" i="1" kern="0">
                              <a:solidFill>
                                <a:srgbClr val="000000"/>
                              </a:solidFill>
                              <a:latin typeface="Cambria Math" panose="02040503050406030204" pitchFamily="18" charset="0"/>
                            </a:rPr>
                            <m:t>𝐶</m:t>
                          </m:r>
                        </m:e>
                        <m:sub>
                          <m:r>
                            <a:rPr lang="es-AR" altLang="en-US" sz="2300" i="1" kern="0">
                              <a:solidFill>
                                <a:srgbClr val="000000"/>
                              </a:solidFill>
                              <a:latin typeface="Cambria Math" panose="02040503050406030204" pitchFamily="18" charset="0"/>
                            </a:rPr>
                            <m:t>𝑑𝑖𝑣</m:t>
                          </m:r>
                        </m:sub>
                      </m:sSub>
                      <m:r>
                        <a:rPr lang="es-AR" altLang="en-US" sz="2300" i="1" kern="0">
                          <a:solidFill>
                            <a:srgbClr val="000000"/>
                          </a:solidFill>
                          <a:latin typeface="Cambria Math" panose="02040503050406030204" pitchFamily="18" charset="0"/>
                        </a:rPr>
                        <m:t>=</m:t>
                      </m:r>
                      <m:sSub>
                        <m:sSubPr>
                          <m:ctrlPr>
                            <a:rPr lang="es-AR" altLang="en-US" sz="2300" i="1" kern="0">
                              <a:solidFill>
                                <a:srgbClr val="000000"/>
                              </a:solidFill>
                              <a:latin typeface="Cambria Math" panose="02040503050406030204" pitchFamily="18" charset="0"/>
                            </a:rPr>
                          </m:ctrlPr>
                        </m:sSubPr>
                        <m:e>
                          <m:r>
                            <a:rPr lang="es-AR" altLang="en-US" sz="2300" i="1" kern="0">
                              <a:solidFill>
                                <a:srgbClr val="000000"/>
                              </a:solidFill>
                              <a:latin typeface="Cambria Math" panose="02040503050406030204" pitchFamily="18" charset="0"/>
                            </a:rPr>
                            <m:t>𝑆</m:t>
                          </m:r>
                        </m:e>
                        <m:sub>
                          <m:r>
                            <a:rPr lang="es-AR" altLang="en-US" sz="2300" i="1" kern="0">
                              <a:solidFill>
                                <a:srgbClr val="000000"/>
                              </a:solidFill>
                              <a:latin typeface="Cambria Math" panose="02040503050406030204" pitchFamily="18" charset="0"/>
                            </a:rPr>
                            <m:t>0</m:t>
                          </m:r>
                        </m:sub>
                      </m:sSub>
                      <m:sSup>
                        <m:sSupPr>
                          <m:ctrlPr>
                            <a:rPr lang="es-AR" altLang="en-US" sz="2300" i="1" kern="0">
                              <a:solidFill>
                                <a:srgbClr val="000000"/>
                              </a:solidFill>
                              <a:latin typeface="Cambria Math" panose="02040503050406030204" pitchFamily="18" charset="0"/>
                            </a:rPr>
                          </m:ctrlPr>
                        </m:sSupPr>
                        <m:e>
                          <m:r>
                            <a:rPr lang="es-AR" altLang="en-US" sz="2300" i="1" kern="0">
                              <a:solidFill>
                                <a:srgbClr val="000000"/>
                              </a:solidFill>
                              <a:latin typeface="Cambria Math" panose="02040503050406030204" pitchFamily="18" charset="0"/>
                            </a:rPr>
                            <m:t>𝑒</m:t>
                          </m:r>
                        </m:e>
                        <m:sup>
                          <m:r>
                            <a:rPr lang="es-AR" altLang="en-US" sz="2300" i="1" kern="0">
                              <a:solidFill>
                                <a:srgbClr val="000000"/>
                              </a:solidFill>
                              <a:latin typeface="Cambria Math" panose="02040503050406030204" pitchFamily="18" charset="0"/>
                            </a:rPr>
                            <m:t>−</m:t>
                          </m:r>
                          <m:r>
                            <a:rPr lang="es-AR" altLang="en-US" sz="2300" i="1" kern="0">
                              <a:solidFill>
                                <a:srgbClr val="000000"/>
                              </a:solidFill>
                              <a:latin typeface="Cambria Math" panose="02040503050406030204" pitchFamily="18" charset="0"/>
                            </a:rPr>
                            <m:t>𝑑𝑖𝑣</m:t>
                          </m:r>
                          <m:r>
                            <a:rPr lang="es-AR" altLang="en-US" sz="2300" i="1" kern="0">
                              <a:solidFill>
                                <a:srgbClr val="000000"/>
                              </a:solidFill>
                              <a:latin typeface="Cambria Math" panose="02040503050406030204" pitchFamily="18" charset="0"/>
                            </a:rPr>
                            <m:t> </m:t>
                          </m:r>
                          <m:r>
                            <a:rPr lang="es-AR" altLang="en-US" sz="2300" i="1" kern="0">
                              <a:solidFill>
                                <a:srgbClr val="000000"/>
                              </a:solidFill>
                              <a:latin typeface="Cambria Math" panose="02040503050406030204" pitchFamily="18" charset="0"/>
                            </a:rPr>
                            <m:t>𝑇</m:t>
                          </m:r>
                        </m:sup>
                      </m:sSup>
                      <m:r>
                        <a:rPr lang="es-AR" altLang="en-US" sz="2300" i="1" kern="0">
                          <a:solidFill>
                            <a:srgbClr val="000000"/>
                          </a:solidFill>
                          <a:latin typeface="Cambria Math" panose="02040503050406030204" pitchFamily="18" charset="0"/>
                        </a:rPr>
                        <m:t>𝑁</m:t>
                      </m:r>
                      <m:d>
                        <m:dPr>
                          <m:ctrlPr>
                            <a:rPr lang="es-AR" altLang="en-US" sz="2300" i="1" kern="0">
                              <a:solidFill>
                                <a:srgbClr val="000000"/>
                              </a:solidFill>
                              <a:latin typeface="Cambria Math" panose="02040503050406030204" pitchFamily="18" charset="0"/>
                            </a:rPr>
                          </m:ctrlPr>
                        </m:dPr>
                        <m:e>
                          <m:sSubSup>
                            <m:sSubSupPr>
                              <m:ctrlPr>
                                <a:rPr lang="es-AR" altLang="en-US" sz="2300" i="1" kern="0">
                                  <a:solidFill>
                                    <a:srgbClr val="000000"/>
                                  </a:solidFill>
                                  <a:latin typeface="Cambria Math" panose="02040503050406030204" pitchFamily="18" charset="0"/>
                                </a:rPr>
                              </m:ctrlPr>
                            </m:sSubSupPr>
                            <m:e>
                              <m:r>
                                <a:rPr lang="es-AR" altLang="en-US" sz="2300" i="1" kern="0">
                                  <a:solidFill>
                                    <a:srgbClr val="000000"/>
                                  </a:solidFill>
                                  <a:latin typeface="Cambria Math" panose="02040503050406030204" pitchFamily="18" charset="0"/>
                                </a:rPr>
                                <m:t>𝑑</m:t>
                              </m:r>
                            </m:e>
                            <m:sub>
                              <m:r>
                                <a:rPr lang="es-AR" altLang="en-US" sz="2300" i="1" kern="0">
                                  <a:solidFill>
                                    <a:srgbClr val="000000"/>
                                  </a:solidFill>
                                  <a:latin typeface="Cambria Math" panose="02040503050406030204" pitchFamily="18" charset="0"/>
                                </a:rPr>
                                <m:t>𝑑𝑖𝑣</m:t>
                              </m:r>
                            </m:sub>
                            <m:sup>
                              <m:r>
                                <a:rPr lang="es-AR" altLang="en-US" sz="2300" i="1" kern="0">
                                  <a:solidFill>
                                    <a:srgbClr val="000000"/>
                                  </a:solidFill>
                                  <a:latin typeface="Cambria Math" panose="02040503050406030204" pitchFamily="18" charset="0"/>
                                </a:rPr>
                                <m:t>+</m:t>
                              </m:r>
                            </m:sup>
                          </m:sSubSup>
                        </m:e>
                      </m:d>
                      <m:r>
                        <a:rPr lang="es-AR" altLang="en-US" sz="2300" i="1" kern="0">
                          <a:solidFill>
                            <a:srgbClr val="000000"/>
                          </a:solidFill>
                          <a:latin typeface="Cambria Math" panose="02040503050406030204" pitchFamily="18" charset="0"/>
                        </a:rPr>
                        <m:t>−</m:t>
                      </m:r>
                      <m:r>
                        <a:rPr lang="es-AR" altLang="en-US" sz="2300" i="1" kern="0">
                          <a:solidFill>
                            <a:srgbClr val="000000"/>
                          </a:solidFill>
                          <a:latin typeface="Cambria Math" panose="02040503050406030204" pitchFamily="18" charset="0"/>
                        </a:rPr>
                        <m:t>𝐾</m:t>
                      </m:r>
                      <m:sSup>
                        <m:sSupPr>
                          <m:ctrlPr>
                            <a:rPr lang="es-AR" altLang="en-US" sz="2300" i="1" kern="0">
                              <a:solidFill>
                                <a:srgbClr val="000000"/>
                              </a:solidFill>
                              <a:latin typeface="Cambria Math" panose="02040503050406030204" pitchFamily="18" charset="0"/>
                            </a:rPr>
                          </m:ctrlPr>
                        </m:sSupPr>
                        <m:e>
                          <m:r>
                            <a:rPr lang="es-AR" altLang="en-US" sz="2300" i="1" kern="0">
                              <a:solidFill>
                                <a:srgbClr val="000000"/>
                              </a:solidFill>
                              <a:latin typeface="Cambria Math" panose="02040503050406030204" pitchFamily="18" charset="0"/>
                            </a:rPr>
                            <m:t>𝑒</m:t>
                          </m:r>
                        </m:e>
                        <m:sup>
                          <m:r>
                            <a:rPr lang="es-AR" altLang="en-US" sz="2300" i="1" kern="0">
                              <a:solidFill>
                                <a:srgbClr val="000000"/>
                              </a:solidFill>
                              <a:latin typeface="Cambria Math" panose="02040503050406030204" pitchFamily="18" charset="0"/>
                            </a:rPr>
                            <m:t>−</m:t>
                          </m:r>
                          <m:r>
                            <a:rPr lang="es-AR" altLang="en-US" sz="2300" i="1" kern="0">
                              <a:solidFill>
                                <a:srgbClr val="000000"/>
                              </a:solidFill>
                              <a:latin typeface="Cambria Math" panose="02040503050406030204" pitchFamily="18" charset="0"/>
                            </a:rPr>
                            <m:t>𝑟𝑇</m:t>
                          </m:r>
                        </m:sup>
                      </m:sSup>
                      <m:r>
                        <a:rPr lang="es-AR" altLang="en-US" sz="2300" i="1" kern="0">
                          <a:solidFill>
                            <a:srgbClr val="000000"/>
                          </a:solidFill>
                          <a:latin typeface="Cambria Math" panose="02040503050406030204" pitchFamily="18" charset="0"/>
                        </a:rPr>
                        <m:t>𝑁</m:t>
                      </m:r>
                      <m:d>
                        <m:dPr>
                          <m:ctrlPr>
                            <a:rPr lang="es-AR" altLang="en-US" sz="2300" i="1" kern="0">
                              <a:solidFill>
                                <a:srgbClr val="000000"/>
                              </a:solidFill>
                              <a:latin typeface="Cambria Math" panose="02040503050406030204" pitchFamily="18" charset="0"/>
                            </a:rPr>
                          </m:ctrlPr>
                        </m:dPr>
                        <m:e>
                          <m:sSubSup>
                            <m:sSubSupPr>
                              <m:ctrlPr>
                                <a:rPr lang="es-AR" altLang="en-US" sz="2300" i="1" kern="0">
                                  <a:solidFill>
                                    <a:srgbClr val="000000"/>
                                  </a:solidFill>
                                  <a:latin typeface="Cambria Math" panose="02040503050406030204" pitchFamily="18" charset="0"/>
                                </a:rPr>
                              </m:ctrlPr>
                            </m:sSubSupPr>
                            <m:e>
                              <m:r>
                                <a:rPr lang="es-AR" altLang="en-US" sz="2300" i="1" kern="0">
                                  <a:solidFill>
                                    <a:srgbClr val="000000"/>
                                  </a:solidFill>
                                  <a:latin typeface="Cambria Math" panose="02040503050406030204" pitchFamily="18" charset="0"/>
                                </a:rPr>
                                <m:t>𝑑</m:t>
                              </m:r>
                            </m:e>
                            <m:sub>
                              <m:r>
                                <a:rPr lang="es-AR" altLang="en-US" sz="2300" i="1" kern="0">
                                  <a:solidFill>
                                    <a:srgbClr val="000000"/>
                                  </a:solidFill>
                                  <a:latin typeface="Cambria Math" panose="02040503050406030204" pitchFamily="18" charset="0"/>
                                </a:rPr>
                                <m:t>𝑑𝑖𝑣</m:t>
                              </m:r>
                            </m:sub>
                            <m:sup>
                              <m:r>
                                <a:rPr lang="es-AR" altLang="en-US" sz="2300" i="1" kern="0">
                                  <a:solidFill>
                                    <a:srgbClr val="000000"/>
                                  </a:solidFill>
                                  <a:latin typeface="Cambria Math" panose="02040503050406030204" pitchFamily="18" charset="0"/>
                                </a:rPr>
                                <m:t>−</m:t>
                              </m:r>
                            </m:sup>
                          </m:sSubSup>
                        </m:e>
                      </m:d>
                    </m:oMath>
                  </m:oMathPara>
                </a14:m>
                <a:endParaRPr lang="es-AR" altLang="en-US" sz="2300" kern="0" dirty="0">
                  <a:solidFill>
                    <a:srgbClr val="000000"/>
                  </a:solidFill>
                </a:endParaRPr>
              </a:p>
              <a:p>
                <a:r>
                  <a:rPr lang="es-AR" altLang="en-US" sz="2300" i="1" kern="0" dirty="0" err="1">
                    <a:solidFill>
                      <a:srgbClr val="000000"/>
                    </a:solidFill>
                  </a:rPr>
                  <a:t>Put</a:t>
                </a:r>
                <a:r>
                  <a:rPr lang="es-AR" altLang="en-US" sz="2300" kern="0" dirty="0">
                    <a:solidFill>
                      <a:srgbClr val="000000"/>
                    </a:solidFill>
                  </a:rPr>
                  <a:t> Europea que pague dividendos</a:t>
                </a:r>
              </a:p>
              <a:p>
                <a:pPr marL="0" indent="0">
                  <a:buNone/>
                </a:pPr>
                <a14:m>
                  <m:oMathPara xmlns:m="http://schemas.openxmlformats.org/officeDocument/2006/math">
                    <m:oMathParaPr>
                      <m:jc m:val="centerGroup"/>
                    </m:oMathParaPr>
                    <m:oMath xmlns:m="http://schemas.openxmlformats.org/officeDocument/2006/math">
                      <m:sSub>
                        <m:sSubPr>
                          <m:ctrlPr>
                            <a:rPr lang="es-AR" altLang="en-US" sz="2300" i="1" kern="0">
                              <a:solidFill>
                                <a:srgbClr val="000000"/>
                              </a:solidFill>
                              <a:latin typeface="Cambria Math" panose="02040503050406030204" pitchFamily="18" charset="0"/>
                            </a:rPr>
                          </m:ctrlPr>
                        </m:sSubPr>
                        <m:e>
                          <m:r>
                            <a:rPr lang="es-AR" altLang="en-US" sz="2300" i="1" kern="0">
                              <a:solidFill>
                                <a:srgbClr val="000000"/>
                              </a:solidFill>
                              <a:latin typeface="Cambria Math" panose="02040503050406030204" pitchFamily="18" charset="0"/>
                            </a:rPr>
                            <m:t>𝑃</m:t>
                          </m:r>
                        </m:e>
                        <m:sub>
                          <m:r>
                            <a:rPr lang="es-AR" altLang="en-US" sz="2300" i="1" kern="0">
                              <a:solidFill>
                                <a:srgbClr val="000000"/>
                              </a:solidFill>
                              <a:latin typeface="Cambria Math" panose="02040503050406030204" pitchFamily="18" charset="0"/>
                            </a:rPr>
                            <m:t>𝑑𝑖𝑣</m:t>
                          </m:r>
                        </m:sub>
                      </m:sSub>
                      <m:r>
                        <a:rPr lang="es-AR" altLang="en-US" sz="2300" i="1" kern="0">
                          <a:solidFill>
                            <a:srgbClr val="000000"/>
                          </a:solidFill>
                          <a:latin typeface="Cambria Math" panose="02040503050406030204" pitchFamily="18" charset="0"/>
                        </a:rPr>
                        <m:t>=</m:t>
                      </m:r>
                      <m:r>
                        <a:rPr lang="es-AR" altLang="en-US" sz="2300" i="1" kern="0">
                          <a:solidFill>
                            <a:srgbClr val="000000"/>
                          </a:solidFill>
                          <a:latin typeface="Cambria Math" panose="02040503050406030204" pitchFamily="18" charset="0"/>
                        </a:rPr>
                        <m:t>𝐾</m:t>
                      </m:r>
                      <m:sSup>
                        <m:sSupPr>
                          <m:ctrlPr>
                            <a:rPr lang="es-AR" altLang="en-US" sz="2300" i="1" kern="0">
                              <a:solidFill>
                                <a:srgbClr val="000000"/>
                              </a:solidFill>
                              <a:latin typeface="Cambria Math" panose="02040503050406030204" pitchFamily="18" charset="0"/>
                            </a:rPr>
                          </m:ctrlPr>
                        </m:sSupPr>
                        <m:e>
                          <m:r>
                            <a:rPr lang="es-AR" altLang="en-US" sz="2300" i="1" kern="0">
                              <a:solidFill>
                                <a:srgbClr val="000000"/>
                              </a:solidFill>
                              <a:latin typeface="Cambria Math" panose="02040503050406030204" pitchFamily="18" charset="0"/>
                            </a:rPr>
                            <m:t>𝑒</m:t>
                          </m:r>
                        </m:e>
                        <m:sup>
                          <m:r>
                            <a:rPr lang="es-AR" altLang="en-US" sz="2300" i="1" kern="0">
                              <a:solidFill>
                                <a:srgbClr val="000000"/>
                              </a:solidFill>
                              <a:latin typeface="Cambria Math" panose="02040503050406030204" pitchFamily="18" charset="0"/>
                            </a:rPr>
                            <m:t>−</m:t>
                          </m:r>
                          <m:r>
                            <a:rPr lang="es-AR" altLang="en-US" sz="2300" i="1" kern="0">
                              <a:solidFill>
                                <a:srgbClr val="000000"/>
                              </a:solidFill>
                              <a:latin typeface="Cambria Math" panose="02040503050406030204" pitchFamily="18" charset="0"/>
                            </a:rPr>
                            <m:t>𝑟𝑇</m:t>
                          </m:r>
                        </m:sup>
                      </m:sSup>
                      <m:r>
                        <a:rPr lang="es-AR" altLang="en-US" sz="2300" i="1" kern="0">
                          <a:solidFill>
                            <a:srgbClr val="000000"/>
                          </a:solidFill>
                          <a:latin typeface="Cambria Math" panose="02040503050406030204" pitchFamily="18" charset="0"/>
                        </a:rPr>
                        <m:t>𝑁</m:t>
                      </m:r>
                      <m:d>
                        <m:dPr>
                          <m:ctrlPr>
                            <a:rPr lang="es-AR" altLang="en-US" sz="2300" i="1" kern="0">
                              <a:solidFill>
                                <a:srgbClr val="000000"/>
                              </a:solidFill>
                              <a:latin typeface="Cambria Math" panose="02040503050406030204" pitchFamily="18" charset="0"/>
                            </a:rPr>
                          </m:ctrlPr>
                        </m:dPr>
                        <m:e>
                          <m:r>
                            <a:rPr lang="es-AR" altLang="en-US" sz="2300" i="1" kern="0">
                              <a:solidFill>
                                <a:srgbClr val="000000"/>
                              </a:solidFill>
                              <a:latin typeface="Cambria Math" panose="02040503050406030204" pitchFamily="18" charset="0"/>
                            </a:rPr>
                            <m:t>−</m:t>
                          </m:r>
                          <m:sSubSup>
                            <m:sSubSupPr>
                              <m:ctrlPr>
                                <a:rPr lang="es-AR" altLang="en-US" sz="2300" i="1" kern="0">
                                  <a:solidFill>
                                    <a:srgbClr val="000000"/>
                                  </a:solidFill>
                                  <a:latin typeface="Cambria Math" panose="02040503050406030204" pitchFamily="18" charset="0"/>
                                </a:rPr>
                              </m:ctrlPr>
                            </m:sSubSupPr>
                            <m:e>
                              <m:r>
                                <a:rPr lang="es-AR" altLang="en-US" sz="2300" i="1" kern="0">
                                  <a:solidFill>
                                    <a:srgbClr val="000000"/>
                                  </a:solidFill>
                                  <a:latin typeface="Cambria Math" panose="02040503050406030204" pitchFamily="18" charset="0"/>
                                </a:rPr>
                                <m:t>𝑑</m:t>
                              </m:r>
                            </m:e>
                            <m:sub>
                              <m:r>
                                <a:rPr lang="es-AR" altLang="en-US" sz="2300" i="1" kern="0">
                                  <a:solidFill>
                                    <a:srgbClr val="000000"/>
                                  </a:solidFill>
                                  <a:latin typeface="Cambria Math" panose="02040503050406030204" pitchFamily="18" charset="0"/>
                                </a:rPr>
                                <m:t>𝑑𝑖𝑣</m:t>
                              </m:r>
                            </m:sub>
                            <m:sup>
                              <m:r>
                                <a:rPr lang="es-AR" altLang="en-US" sz="2300" i="1" kern="0">
                                  <a:solidFill>
                                    <a:srgbClr val="000000"/>
                                  </a:solidFill>
                                  <a:latin typeface="Cambria Math" panose="02040503050406030204" pitchFamily="18" charset="0"/>
                                </a:rPr>
                                <m:t>−</m:t>
                              </m:r>
                            </m:sup>
                          </m:sSubSup>
                        </m:e>
                      </m:d>
                      <m:r>
                        <a:rPr lang="es-AR" altLang="en-US" sz="2300" i="1" kern="0">
                          <a:solidFill>
                            <a:srgbClr val="000000"/>
                          </a:solidFill>
                          <a:latin typeface="Cambria Math" panose="02040503050406030204" pitchFamily="18" charset="0"/>
                        </a:rPr>
                        <m:t>−</m:t>
                      </m:r>
                      <m:sSub>
                        <m:sSubPr>
                          <m:ctrlPr>
                            <a:rPr lang="es-AR" altLang="en-US" sz="2300" i="1" kern="0">
                              <a:solidFill>
                                <a:srgbClr val="000000"/>
                              </a:solidFill>
                              <a:latin typeface="Cambria Math" panose="02040503050406030204" pitchFamily="18" charset="0"/>
                            </a:rPr>
                          </m:ctrlPr>
                        </m:sSubPr>
                        <m:e>
                          <m:r>
                            <a:rPr lang="es-AR" altLang="en-US" sz="2300" i="1" kern="0">
                              <a:solidFill>
                                <a:srgbClr val="000000"/>
                              </a:solidFill>
                              <a:latin typeface="Cambria Math" panose="02040503050406030204" pitchFamily="18" charset="0"/>
                            </a:rPr>
                            <m:t>𝑆</m:t>
                          </m:r>
                        </m:e>
                        <m:sub>
                          <m:r>
                            <a:rPr lang="es-AR" altLang="en-US" sz="2300" i="1" kern="0">
                              <a:solidFill>
                                <a:srgbClr val="000000"/>
                              </a:solidFill>
                              <a:latin typeface="Cambria Math" panose="02040503050406030204" pitchFamily="18" charset="0"/>
                            </a:rPr>
                            <m:t>0</m:t>
                          </m:r>
                        </m:sub>
                      </m:sSub>
                      <m:sSup>
                        <m:sSupPr>
                          <m:ctrlPr>
                            <a:rPr lang="es-AR" altLang="en-US" sz="2300" i="1" kern="0">
                              <a:solidFill>
                                <a:srgbClr val="000000"/>
                              </a:solidFill>
                              <a:latin typeface="Cambria Math" panose="02040503050406030204" pitchFamily="18" charset="0"/>
                            </a:rPr>
                          </m:ctrlPr>
                        </m:sSupPr>
                        <m:e>
                          <m:r>
                            <a:rPr lang="es-AR" altLang="en-US" sz="2300" i="1" kern="0">
                              <a:solidFill>
                                <a:srgbClr val="000000"/>
                              </a:solidFill>
                              <a:latin typeface="Cambria Math" panose="02040503050406030204" pitchFamily="18" charset="0"/>
                            </a:rPr>
                            <m:t>𝑒</m:t>
                          </m:r>
                        </m:e>
                        <m:sup>
                          <m:r>
                            <a:rPr lang="es-AR" altLang="en-US" sz="2300" i="1" kern="0">
                              <a:solidFill>
                                <a:srgbClr val="000000"/>
                              </a:solidFill>
                              <a:latin typeface="Cambria Math" panose="02040503050406030204" pitchFamily="18" charset="0"/>
                            </a:rPr>
                            <m:t>−</m:t>
                          </m:r>
                          <m:r>
                            <a:rPr lang="es-AR" altLang="en-US" sz="2300" i="1" kern="0">
                              <a:solidFill>
                                <a:srgbClr val="000000"/>
                              </a:solidFill>
                              <a:latin typeface="Cambria Math" panose="02040503050406030204" pitchFamily="18" charset="0"/>
                            </a:rPr>
                            <m:t>𝑑𝑖𝑣</m:t>
                          </m:r>
                          <m:r>
                            <a:rPr lang="es-AR" altLang="en-US" sz="2300" i="1" kern="0">
                              <a:solidFill>
                                <a:srgbClr val="000000"/>
                              </a:solidFill>
                              <a:latin typeface="Cambria Math" panose="02040503050406030204" pitchFamily="18" charset="0"/>
                            </a:rPr>
                            <m:t> </m:t>
                          </m:r>
                          <m:r>
                            <a:rPr lang="es-AR" altLang="en-US" sz="2300" i="1" kern="0">
                              <a:solidFill>
                                <a:srgbClr val="000000"/>
                              </a:solidFill>
                              <a:latin typeface="Cambria Math" panose="02040503050406030204" pitchFamily="18" charset="0"/>
                            </a:rPr>
                            <m:t>𝑇</m:t>
                          </m:r>
                        </m:sup>
                      </m:sSup>
                      <m:r>
                        <a:rPr lang="es-AR" altLang="en-US" sz="2300" i="1" kern="0">
                          <a:solidFill>
                            <a:srgbClr val="000000"/>
                          </a:solidFill>
                          <a:latin typeface="Cambria Math" panose="02040503050406030204" pitchFamily="18" charset="0"/>
                        </a:rPr>
                        <m:t>𝑁</m:t>
                      </m:r>
                      <m:d>
                        <m:dPr>
                          <m:ctrlPr>
                            <a:rPr lang="es-AR" altLang="en-US" sz="2300" i="1" kern="0">
                              <a:solidFill>
                                <a:srgbClr val="000000"/>
                              </a:solidFill>
                              <a:latin typeface="Cambria Math" panose="02040503050406030204" pitchFamily="18" charset="0"/>
                            </a:rPr>
                          </m:ctrlPr>
                        </m:dPr>
                        <m:e>
                          <m:r>
                            <a:rPr lang="es-AR" altLang="en-US" sz="2300" i="1" kern="0">
                              <a:solidFill>
                                <a:srgbClr val="000000"/>
                              </a:solidFill>
                              <a:latin typeface="Cambria Math" panose="02040503050406030204" pitchFamily="18" charset="0"/>
                            </a:rPr>
                            <m:t>−</m:t>
                          </m:r>
                          <m:sSubSup>
                            <m:sSubSupPr>
                              <m:ctrlPr>
                                <a:rPr lang="es-AR" altLang="en-US" sz="2300" i="1" kern="0">
                                  <a:solidFill>
                                    <a:srgbClr val="000000"/>
                                  </a:solidFill>
                                  <a:latin typeface="Cambria Math" panose="02040503050406030204" pitchFamily="18" charset="0"/>
                                </a:rPr>
                              </m:ctrlPr>
                            </m:sSubSupPr>
                            <m:e>
                              <m:r>
                                <a:rPr lang="es-AR" altLang="en-US" sz="2300" i="1" kern="0">
                                  <a:solidFill>
                                    <a:srgbClr val="000000"/>
                                  </a:solidFill>
                                  <a:latin typeface="Cambria Math" panose="02040503050406030204" pitchFamily="18" charset="0"/>
                                </a:rPr>
                                <m:t>𝑑</m:t>
                              </m:r>
                            </m:e>
                            <m:sub>
                              <m:r>
                                <a:rPr lang="es-AR" altLang="en-US" sz="2300" i="1" kern="0">
                                  <a:solidFill>
                                    <a:srgbClr val="000000"/>
                                  </a:solidFill>
                                  <a:latin typeface="Cambria Math" panose="02040503050406030204" pitchFamily="18" charset="0"/>
                                </a:rPr>
                                <m:t>𝑑𝑖𝑣</m:t>
                              </m:r>
                            </m:sub>
                            <m:sup>
                              <m:r>
                                <a:rPr lang="es-AR" altLang="en-US" sz="2300" i="1" kern="0">
                                  <a:solidFill>
                                    <a:srgbClr val="000000"/>
                                  </a:solidFill>
                                  <a:latin typeface="Cambria Math" panose="02040503050406030204" pitchFamily="18" charset="0"/>
                                </a:rPr>
                                <m:t>+</m:t>
                              </m:r>
                            </m:sup>
                          </m:sSubSup>
                        </m:e>
                      </m:d>
                    </m:oMath>
                  </m:oMathPara>
                </a14:m>
                <a:endParaRPr lang="es-AR" altLang="en-US" sz="2300" kern="0" dirty="0">
                  <a:solidFill>
                    <a:srgbClr val="000000"/>
                  </a:solidFill>
                </a:endParaRPr>
              </a:p>
              <a:p>
                <a:r>
                  <a:rPr lang="es-AR" altLang="en-US" sz="2300" kern="0" dirty="0">
                    <a:solidFill>
                      <a:srgbClr val="000000"/>
                    </a:solidFill>
                  </a:rPr>
                  <a:t>Dónde:</a:t>
                </a:r>
              </a:p>
              <a:p>
                <a:pPr marL="0" indent="0">
                  <a:buNone/>
                </a:pPr>
                <a14:m>
                  <m:oMathPara xmlns:m="http://schemas.openxmlformats.org/officeDocument/2006/math">
                    <m:oMathParaPr>
                      <m:jc m:val="centerGroup"/>
                    </m:oMathParaPr>
                    <m:oMath xmlns:m="http://schemas.openxmlformats.org/officeDocument/2006/math">
                      <m:sSubSup>
                        <m:sSubSupPr>
                          <m:ctrlPr>
                            <a:rPr lang="es-AR" altLang="en-US" sz="2300" i="1" kern="0">
                              <a:solidFill>
                                <a:srgbClr val="000000"/>
                              </a:solidFill>
                              <a:latin typeface="Cambria Math" panose="02040503050406030204" pitchFamily="18" charset="0"/>
                            </a:rPr>
                          </m:ctrlPr>
                        </m:sSubSupPr>
                        <m:e>
                          <m:r>
                            <a:rPr lang="es-AR" altLang="en-US" sz="2300" i="1" kern="0">
                              <a:solidFill>
                                <a:srgbClr val="000000"/>
                              </a:solidFill>
                              <a:latin typeface="Cambria Math" panose="02040503050406030204" pitchFamily="18" charset="0"/>
                            </a:rPr>
                            <m:t>𝑑</m:t>
                          </m:r>
                        </m:e>
                        <m:sub>
                          <m:r>
                            <a:rPr lang="es-AR" altLang="en-US" sz="2300" i="1" kern="0">
                              <a:solidFill>
                                <a:srgbClr val="000000"/>
                              </a:solidFill>
                              <a:latin typeface="Cambria Math" panose="02040503050406030204" pitchFamily="18" charset="0"/>
                            </a:rPr>
                            <m:t>𝑑𝑖𝑣</m:t>
                          </m:r>
                        </m:sub>
                        <m:sup>
                          <m:r>
                            <a:rPr lang="es-AR" altLang="en-US" sz="2300" i="1" kern="0">
                              <a:solidFill>
                                <a:srgbClr val="000000"/>
                              </a:solidFill>
                              <a:latin typeface="Cambria Math" panose="02040503050406030204" pitchFamily="18" charset="0"/>
                            </a:rPr>
                            <m:t>+</m:t>
                          </m:r>
                        </m:sup>
                      </m:sSubSup>
                      <m:r>
                        <a:rPr lang="es-AR" altLang="en-US" sz="2300" i="1" kern="0">
                          <a:solidFill>
                            <a:srgbClr val="000000"/>
                          </a:solidFill>
                          <a:latin typeface="Cambria Math" panose="02040503050406030204" pitchFamily="18" charset="0"/>
                        </a:rPr>
                        <m:t>=</m:t>
                      </m:r>
                      <m:f>
                        <m:fPr>
                          <m:ctrlPr>
                            <a:rPr lang="es-AR" altLang="en-US" sz="2300" i="1" kern="0">
                              <a:solidFill>
                                <a:srgbClr val="000000"/>
                              </a:solidFill>
                              <a:latin typeface="Cambria Math" panose="02040503050406030204" pitchFamily="18" charset="0"/>
                            </a:rPr>
                          </m:ctrlPr>
                        </m:fPr>
                        <m:num>
                          <m:func>
                            <m:funcPr>
                              <m:ctrlPr>
                                <a:rPr lang="es-AR" altLang="en-US" sz="2300" i="1" kern="0">
                                  <a:solidFill>
                                    <a:srgbClr val="000000"/>
                                  </a:solidFill>
                                  <a:latin typeface="Cambria Math" panose="02040503050406030204" pitchFamily="18" charset="0"/>
                                </a:rPr>
                              </m:ctrlPr>
                            </m:funcPr>
                            <m:fName>
                              <m:r>
                                <m:rPr>
                                  <m:sty m:val="p"/>
                                </m:rPr>
                                <a:rPr lang="es-AR" altLang="en-US" sz="2300" kern="0">
                                  <a:solidFill>
                                    <a:srgbClr val="000000"/>
                                  </a:solidFill>
                                  <a:latin typeface="Cambria Math" panose="02040503050406030204" pitchFamily="18" charset="0"/>
                                </a:rPr>
                                <m:t>ln</m:t>
                              </m:r>
                            </m:fName>
                            <m:e>
                              <m:d>
                                <m:dPr>
                                  <m:ctrlPr>
                                    <a:rPr lang="es-AR" altLang="en-US" sz="2300" i="1" kern="0">
                                      <a:solidFill>
                                        <a:srgbClr val="000000"/>
                                      </a:solidFill>
                                      <a:latin typeface="Cambria Math" panose="02040503050406030204" pitchFamily="18" charset="0"/>
                                    </a:rPr>
                                  </m:ctrlPr>
                                </m:dPr>
                                <m:e>
                                  <m:r>
                                    <a:rPr lang="es-AR" altLang="en-US" sz="2300" i="1" kern="0">
                                      <a:solidFill>
                                        <a:srgbClr val="000000"/>
                                      </a:solidFill>
                                      <a:latin typeface="Cambria Math" panose="02040503050406030204" pitchFamily="18" charset="0"/>
                                    </a:rPr>
                                    <m:t>𝑆</m:t>
                                  </m:r>
                                  <m:r>
                                    <a:rPr lang="es-AR" altLang="en-US" sz="2300" i="1" kern="0">
                                      <a:solidFill>
                                        <a:srgbClr val="000000"/>
                                      </a:solidFill>
                                      <a:latin typeface="Cambria Math" panose="02040503050406030204" pitchFamily="18" charset="0"/>
                                    </a:rPr>
                                    <m:t>/</m:t>
                                  </m:r>
                                  <m:r>
                                    <a:rPr lang="es-AR" altLang="en-US" sz="2300" i="1" kern="0">
                                      <a:solidFill>
                                        <a:srgbClr val="000000"/>
                                      </a:solidFill>
                                      <a:latin typeface="Cambria Math" panose="02040503050406030204" pitchFamily="18" charset="0"/>
                                    </a:rPr>
                                    <m:t>𝐾</m:t>
                                  </m:r>
                                </m:e>
                              </m:d>
                              <m:r>
                                <a:rPr lang="es-AR" altLang="en-US" sz="2300" i="1" kern="0">
                                  <a:solidFill>
                                    <a:srgbClr val="000000"/>
                                  </a:solidFill>
                                  <a:latin typeface="Cambria Math" panose="02040503050406030204" pitchFamily="18" charset="0"/>
                                </a:rPr>
                                <m:t>+</m:t>
                              </m:r>
                              <m:d>
                                <m:dPr>
                                  <m:ctrlPr>
                                    <a:rPr lang="es-AR" altLang="en-US" sz="2300" i="1" kern="0">
                                      <a:solidFill>
                                        <a:srgbClr val="000000"/>
                                      </a:solidFill>
                                      <a:latin typeface="Cambria Math" panose="02040503050406030204" pitchFamily="18" charset="0"/>
                                    </a:rPr>
                                  </m:ctrlPr>
                                </m:dPr>
                                <m:e>
                                  <m:r>
                                    <a:rPr lang="es-AR" altLang="en-US" sz="2300" i="1" kern="0">
                                      <a:solidFill>
                                        <a:srgbClr val="000000"/>
                                      </a:solidFill>
                                      <a:latin typeface="Cambria Math" panose="02040503050406030204" pitchFamily="18" charset="0"/>
                                    </a:rPr>
                                    <m:t>𝑟</m:t>
                                  </m:r>
                                  <m:r>
                                    <a:rPr lang="es-AR" altLang="en-US" sz="2300" i="1" kern="0">
                                      <a:solidFill>
                                        <a:srgbClr val="000000"/>
                                      </a:solidFill>
                                      <a:latin typeface="Cambria Math" panose="02040503050406030204" pitchFamily="18" charset="0"/>
                                    </a:rPr>
                                    <m:t>−</m:t>
                                  </m:r>
                                  <m:r>
                                    <a:rPr lang="es-AR" altLang="en-US" sz="2300" i="1" kern="0">
                                      <a:solidFill>
                                        <a:srgbClr val="000000"/>
                                      </a:solidFill>
                                      <a:latin typeface="Cambria Math" panose="02040503050406030204" pitchFamily="18" charset="0"/>
                                    </a:rPr>
                                    <m:t>𝑑𝑖𝑣</m:t>
                                  </m:r>
                                  <m:r>
                                    <a:rPr lang="es-AR" altLang="en-US" sz="2300" i="1" kern="0">
                                      <a:solidFill>
                                        <a:srgbClr val="000000"/>
                                      </a:solidFill>
                                      <a:latin typeface="Cambria Math" panose="02040503050406030204" pitchFamily="18" charset="0"/>
                                    </a:rPr>
                                    <m:t>+1/2</m:t>
                                  </m:r>
                                  <m:sSup>
                                    <m:sSupPr>
                                      <m:ctrlPr>
                                        <a:rPr lang="es-AR" altLang="en-US" sz="2300" i="1" kern="0">
                                          <a:solidFill>
                                            <a:srgbClr val="000000"/>
                                          </a:solidFill>
                                          <a:latin typeface="Cambria Math" panose="02040503050406030204" pitchFamily="18" charset="0"/>
                                        </a:rPr>
                                      </m:ctrlPr>
                                    </m:sSupPr>
                                    <m:e>
                                      <m:r>
                                        <a:rPr lang="es-AR" altLang="en-US" sz="2300" i="1" kern="0">
                                          <a:solidFill>
                                            <a:srgbClr val="000000"/>
                                          </a:solidFill>
                                          <a:latin typeface="Cambria Math" panose="02040503050406030204" pitchFamily="18" charset="0"/>
                                        </a:rPr>
                                        <m:t> </m:t>
                                      </m:r>
                                      <m:r>
                                        <a:rPr lang="es-AR" altLang="en-US" sz="2300" i="1" kern="0">
                                          <a:solidFill>
                                            <a:srgbClr val="000000"/>
                                          </a:solidFill>
                                          <a:latin typeface="Cambria Math" panose="02040503050406030204" pitchFamily="18" charset="0"/>
                                        </a:rPr>
                                        <m:t>𝜎</m:t>
                                      </m:r>
                                    </m:e>
                                    <m:sup>
                                      <m:r>
                                        <a:rPr lang="es-AR" altLang="en-US" sz="2300" i="1" kern="0">
                                          <a:solidFill>
                                            <a:srgbClr val="000000"/>
                                          </a:solidFill>
                                          <a:latin typeface="Cambria Math" panose="02040503050406030204" pitchFamily="18" charset="0"/>
                                        </a:rPr>
                                        <m:t>2</m:t>
                                      </m:r>
                                    </m:sup>
                                  </m:sSup>
                                </m:e>
                              </m:d>
                              <m:r>
                                <a:rPr lang="es-AR" altLang="en-US" sz="2300" i="1" kern="0">
                                  <a:solidFill>
                                    <a:srgbClr val="000000"/>
                                  </a:solidFill>
                                  <a:latin typeface="Cambria Math" panose="02040503050406030204" pitchFamily="18" charset="0"/>
                                </a:rPr>
                                <m:t>𝑇</m:t>
                              </m:r>
                            </m:e>
                          </m:func>
                        </m:num>
                        <m:den>
                          <m:r>
                            <a:rPr lang="es-AR" altLang="en-US" sz="2300" i="1" kern="0">
                              <a:solidFill>
                                <a:srgbClr val="000000"/>
                              </a:solidFill>
                              <a:latin typeface="Cambria Math" panose="02040503050406030204" pitchFamily="18" charset="0"/>
                            </a:rPr>
                            <m:t>𝜎</m:t>
                          </m:r>
                          <m:rad>
                            <m:radPr>
                              <m:degHide m:val="on"/>
                              <m:ctrlPr>
                                <a:rPr lang="es-AR" altLang="en-US" sz="2300" i="1" kern="0">
                                  <a:solidFill>
                                    <a:srgbClr val="000000"/>
                                  </a:solidFill>
                                  <a:latin typeface="Cambria Math" panose="02040503050406030204" pitchFamily="18" charset="0"/>
                                </a:rPr>
                              </m:ctrlPr>
                            </m:radPr>
                            <m:deg/>
                            <m:e>
                              <m:r>
                                <a:rPr lang="es-AR" altLang="en-US" sz="2300" i="1" kern="0">
                                  <a:solidFill>
                                    <a:srgbClr val="000000"/>
                                  </a:solidFill>
                                  <a:latin typeface="Cambria Math" panose="02040503050406030204" pitchFamily="18" charset="0"/>
                                </a:rPr>
                                <m:t>𝑇</m:t>
                              </m:r>
                            </m:e>
                          </m:rad>
                        </m:den>
                      </m:f>
                    </m:oMath>
                  </m:oMathPara>
                </a14:m>
                <a:endParaRPr lang="es-AR" altLang="en-US" sz="2300" kern="0" dirty="0">
                  <a:solidFill>
                    <a:srgbClr val="000000"/>
                  </a:solidFill>
                </a:endParaRPr>
              </a:p>
              <a:p>
                <a:pPr marL="0" indent="0">
                  <a:buNone/>
                </a:pPr>
                <a14:m>
                  <m:oMathPara xmlns:m="http://schemas.openxmlformats.org/officeDocument/2006/math">
                    <m:oMathParaPr>
                      <m:jc m:val="centerGroup"/>
                    </m:oMathParaPr>
                    <m:oMath xmlns:m="http://schemas.openxmlformats.org/officeDocument/2006/math">
                      <m:sSubSup>
                        <m:sSubSupPr>
                          <m:ctrlPr>
                            <a:rPr lang="es-AR" altLang="en-US" sz="2300" i="1" kern="0">
                              <a:solidFill>
                                <a:srgbClr val="000000"/>
                              </a:solidFill>
                              <a:latin typeface="Cambria Math" panose="02040503050406030204" pitchFamily="18" charset="0"/>
                            </a:rPr>
                          </m:ctrlPr>
                        </m:sSubSupPr>
                        <m:e>
                          <m:sSubSup>
                            <m:sSubSupPr>
                              <m:ctrlPr>
                                <a:rPr lang="es-AR" altLang="en-US" sz="2300" i="1" kern="0">
                                  <a:solidFill>
                                    <a:srgbClr val="000000"/>
                                  </a:solidFill>
                                  <a:latin typeface="Cambria Math" panose="02040503050406030204" pitchFamily="18" charset="0"/>
                                </a:rPr>
                              </m:ctrlPr>
                            </m:sSubSupPr>
                            <m:e>
                              <m:r>
                                <a:rPr lang="es-AR" altLang="en-US" sz="2300" i="1" kern="0">
                                  <a:solidFill>
                                    <a:srgbClr val="000000"/>
                                  </a:solidFill>
                                  <a:latin typeface="Cambria Math" panose="02040503050406030204" pitchFamily="18" charset="0"/>
                                </a:rPr>
                                <m:t>𝑑</m:t>
                              </m:r>
                            </m:e>
                            <m:sub>
                              <m:r>
                                <a:rPr lang="es-AR" altLang="en-US" sz="2300" i="1" kern="0">
                                  <a:solidFill>
                                    <a:srgbClr val="000000"/>
                                  </a:solidFill>
                                  <a:latin typeface="Cambria Math" panose="02040503050406030204" pitchFamily="18" charset="0"/>
                                </a:rPr>
                                <m:t>𝑑𝑖𝑣</m:t>
                              </m:r>
                            </m:sub>
                            <m:sup>
                              <m:r>
                                <a:rPr lang="es-AR" altLang="en-US" sz="2300" i="1" kern="0">
                                  <a:solidFill>
                                    <a:srgbClr val="000000"/>
                                  </a:solidFill>
                                  <a:latin typeface="Cambria Math" panose="02040503050406030204" pitchFamily="18" charset="0"/>
                                </a:rPr>
                                <m:t>−</m:t>
                              </m:r>
                            </m:sup>
                          </m:sSubSup>
                          <m:r>
                            <a:rPr lang="es-AR" altLang="en-US" sz="2300" i="1" kern="0">
                              <a:solidFill>
                                <a:srgbClr val="000000"/>
                              </a:solidFill>
                              <a:latin typeface="Cambria Math" panose="02040503050406030204" pitchFamily="18" charset="0"/>
                            </a:rPr>
                            <m:t>=</m:t>
                          </m:r>
                          <m:r>
                            <a:rPr lang="es-AR" altLang="en-US" sz="2300" i="1" kern="0">
                              <a:solidFill>
                                <a:srgbClr val="000000"/>
                              </a:solidFill>
                              <a:latin typeface="Cambria Math" panose="02040503050406030204" pitchFamily="18" charset="0"/>
                            </a:rPr>
                            <m:t>𝑑</m:t>
                          </m:r>
                        </m:e>
                        <m:sub>
                          <m:r>
                            <a:rPr lang="es-AR" altLang="en-US" sz="2300" i="1" kern="0">
                              <a:solidFill>
                                <a:srgbClr val="000000"/>
                              </a:solidFill>
                              <a:latin typeface="Cambria Math" panose="02040503050406030204" pitchFamily="18" charset="0"/>
                            </a:rPr>
                            <m:t>𝑑𝑖𝑣</m:t>
                          </m:r>
                        </m:sub>
                        <m:sup>
                          <m:r>
                            <a:rPr lang="es-AR" altLang="en-US" sz="2300" i="1" kern="0">
                              <a:solidFill>
                                <a:srgbClr val="000000"/>
                              </a:solidFill>
                              <a:latin typeface="Cambria Math" panose="02040503050406030204" pitchFamily="18" charset="0"/>
                            </a:rPr>
                            <m:t>+</m:t>
                          </m:r>
                        </m:sup>
                      </m:sSubSup>
                      <m:r>
                        <a:rPr lang="es-AR" altLang="en-US" sz="2300" i="1" kern="0">
                          <a:solidFill>
                            <a:srgbClr val="000000"/>
                          </a:solidFill>
                          <a:latin typeface="Cambria Math" panose="02040503050406030204" pitchFamily="18" charset="0"/>
                        </a:rPr>
                        <m:t>−</m:t>
                      </m:r>
                      <m:r>
                        <a:rPr lang="es-AR" altLang="en-US" sz="2300" i="1" kern="0">
                          <a:solidFill>
                            <a:srgbClr val="000000"/>
                          </a:solidFill>
                          <a:latin typeface="Cambria Math" panose="02040503050406030204" pitchFamily="18" charset="0"/>
                        </a:rPr>
                        <m:t>𝜎</m:t>
                      </m:r>
                      <m:rad>
                        <m:radPr>
                          <m:degHide m:val="on"/>
                          <m:ctrlPr>
                            <a:rPr lang="es-AR" altLang="en-US" sz="2300" i="1" kern="0">
                              <a:solidFill>
                                <a:srgbClr val="000000"/>
                              </a:solidFill>
                              <a:latin typeface="Cambria Math" panose="02040503050406030204" pitchFamily="18" charset="0"/>
                            </a:rPr>
                          </m:ctrlPr>
                        </m:radPr>
                        <m:deg/>
                        <m:e>
                          <m:r>
                            <a:rPr lang="es-AR" altLang="en-US" sz="2300" i="1" kern="0">
                              <a:solidFill>
                                <a:srgbClr val="000000"/>
                              </a:solidFill>
                              <a:latin typeface="Cambria Math" panose="02040503050406030204" pitchFamily="18" charset="0"/>
                            </a:rPr>
                            <m:t>𝑇</m:t>
                          </m:r>
                        </m:e>
                      </m:rad>
                    </m:oMath>
                  </m:oMathPara>
                </a14:m>
                <a:endParaRPr lang="es-AR" altLang="en-US" sz="2300" kern="0" dirty="0">
                  <a:solidFill>
                    <a:srgbClr val="000000"/>
                  </a:solidFill>
                </a:endParaRPr>
              </a:p>
              <a:p>
                <a:pPr marL="0" indent="0">
                  <a:buNone/>
                </a:pPr>
                <a:endParaRPr lang="es-AR" altLang="en-US" sz="2300" kern="0" dirty="0">
                  <a:solidFill>
                    <a:srgbClr val="000000"/>
                  </a:solidFill>
                </a:endParaRPr>
              </a:p>
              <a:p>
                <a:pPr marL="0" indent="0">
                  <a:buNone/>
                </a:pPr>
                <a:endParaRPr lang="es-AR" altLang="en-US" sz="2300" kern="0" dirty="0">
                  <a:solidFill>
                    <a:srgbClr val="000000"/>
                  </a:solidFill>
                </a:endParaRPr>
              </a:p>
              <a:p>
                <a:pPr marL="0" indent="0">
                  <a:buNone/>
                </a:pPr>
                <a:endParaRPr lang="es-AR" altLang="en-US" sz="2300" kern="0" dirty="0">
                  <a:solidFill>
                    <a:srgbClr val="000000"/>
                  </a:solidFill>
                </a:endParaRPr>
              </a:p>
              <a:p>
                <a:pPr marL="0" indent="0">
                  <a:buNone/>
                </a:pPr>
                <a:endParaRPr lang="es-AR" altLang="en-US" sz="2300" kern="0" dirty="0">
                  <a:solidFill>
                    <a:srgbClr val="000000"/>
                  </a:solidFill>
                </a:endParaRPr>
              </a:p>
            </p:txBody>
          </p:sp>
        </mc:Choice>
        <mc:Fallback xmlns="">
          <p:sp>
            <p:nvSpPr>
              <p:cNvPr id="7" name="Rectangle 3">
                <a:extLst>
                  <a:ext uri="{FF2B5EF4-FFF2-40B4-BE49-F238E27FC236}">
                    <a16:creationId xmlns:a16="http://schemas.microsoft.com/office/drawing/2014/main" id="{1E49DB00-3752-4571-A409-8E893F9126FC}"/>
                  </a:ext>
                </a:extLst>
              </p:cNvPr>
              <p:cNvSpPr txBox="1">
                <a:spLocks noRot="1" noChangeAspect="1" noMove="1" noResize="1" noEditPoints="1" noAdjustHandles="1" noChangeArrowheads="1" noChangeShapeType="1" noTextEdit="1"/>
              </p:cNvSpPr>
              <p:nvPr/>
            </p:nvSpPr>
            <p:spPr bwMode="auto">
              <a:xfrm>
                <a:off x="1814264" y="1125538"/>
                <a:ext cx="8602216" cy="5111774"/>
              </a:xfrm>
              <a:prstGeom prst="rect">
                <a:avLst/>
              </a:prstGeom>
              <a:blipFill>
                <a:blip r:embed="rId2"/>
                <a:stretch>
                  <a:fillRect l="-106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21057901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3">
            <a:extLst>
              <a:ext uri="{FF2B5EF4-FFF2-40B4-BE49-F238E27FC236}">
                <a16:creationId xmlns:a16="http://schemas.microsoft.com/office/drawing/2014/main" id="{6C3AC5A9-0DB7-4C4D-8E0E-97D9BCED5890}"/>
              </a:ext>
            </a:extLst>
          </p:cNvPr>
          <p:cNvSpPr txBox="1">
            <a:spLocks noGrp="1"/>
          </p:cNvSpPr>
          <p:nvPr/>
        </p:nvSpPr>
        <p:spPr bwMode="auto">
          <a:xfrm>
            <a:off x="8534401" y="6553201"/>
            <a:ext cx="2132013"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4D4D4D"/>
                </a:solidFill>
                <a:latin typeface="Calibri" panose="020F0502020204030204" pitchFamily="34" charset="0"/>
              </a:defRPr>
            </a:lvl1pPr>
            <a:lvl2pPr marL="742950" indent="-285750" defTabSz="457200">
              <a:spcBef>
                <a:spcPct val="20000"/>
              </a:spcBef>
              <a:buClr>
                <a:schemeClr val="folHlink"/>
              </a:buClr>
              <a:buSzPct val="75000"/>
              <a:buFont typeface="Wingdings" panose="05000000000000000000" pitchFamily="2" charset="2"/>
              <a:buChar char="Ø"/>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4D4D4D"/>
                </a:solidFill>
                <a:latin typeface="Calibri" panose="020F0502020204030204" pitchFamily="34" charset="0"/>
              </a:defRPr>
            </a:lvl2pPr>
            <a:lvl3pPr marL="1143000" indent="-228600" defTabSz="457200">
              <a:spcBef>
                <a:spcPct val="20000"/>
              </a:spcBef>
              <a:buClr>
                <a:schemeClr val="folHlink"/>
              </a:buClr>
              <a:buSzPct val="75000"/>
              <a:buFont typeface="Wingdings" panose="05000000000000000000" pitchFamily="2" charset="2"/>
              <a:buChar char="w"/>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D4D4D"/>
                </a:solidFill>
                <a:latin typeface="Calibri" panose="020F0502020204030204" pitchFamily="34" charset="0"/>
              </a:defRPr>
            </a:lvl3pPr>
            <a:lvl4pPr marL="1600200" indent="-228600" defTabSz="457200">
              <a:spcBef>
                <a:spcPct val="20000"/>
              </a:spcBef>
              <a:buClr>
                <a:schemeClr val="folHlink"/>
              </a:buClr>
              <a:buSzPct val="75000"/>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4pPr>
            <a:lvl5pPr marL="2057400" indent="-228600" defTabSz="457200">
              <a:spcBef>
                <a:spcPct val="20000"/>
              </a:spcBef>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5pPr>
            <a:lvl6pPr marL="25146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6pPr>
            <a:lvl7pPr marL="29718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7pPr>
            <a:lvl8pPr marL="34290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8pPr>
            <a:lvl9pPr marL="38862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9pPr>
          </a:lstStyle>
          <a:p>
            <a:pPr algn="r">
              <a:spcBef>
                <a:spcPct val="0"/>
              </a:spcBef>
              <a:buClr>
                <a:srgbClr val="4D4D4D"/>
              </a:buClr>
              <a:buFont typeface="Times New Roman" panose="02020603050405020304" pitchFamily="18" charset="0"/>
              <a:buNone/>
            </a:pPr>
            <a:fld id="{67709870-7819-45E1-BAEA-EE19D085AA13}" type="slidenum">
              <a:rPr lang="en-GB" altLang="en-US" sz="1400">
                <a:latin typeface="Times New Roman" panose="02020603050405020304" pitchFamily="18" charset="0"/>
                <a:cs typeface="Lucida Sans Unicode" panose="020B0602030504020204" pitchFamily="34" charset="0"/>
              </a:rPr>
              <a:pPr algn="r">
                <a:spcBef>
                  <a:spcPct val="0"/>
                </a:spcBef>
                <a:buClr>
                  <a:srgbClr val="4D4D4D"/>
                </a:buClr>
                <a:buFont typeface="Times New Roman" panose="02020603050405020304" pitchFamily="18" charset="0"/>
                <a:buNone/>
              </a:pPr>
              <a:t>28</a:t>
            </a:fld>
            <a:endParaRPr lang="en-GB" altLang="en-US" sz="1400" dirty="0">
              <a:latin typeface="Times New Roman" panose="02020603050405020304" pitchFamily="18" charset="0"/>
              <a:cs typeface="Lucida Sans Unicode" panose="020B0602030504020204" pitchFamily="34" charset="0"/>
            </a:endParaRPr>
          </a:p>
        </p:txBody>
      </p:sp>
      <p:sp>
        <p:nvSpPr>
          <p:cNvPr id="52227" name="Rectangle 2">
            <a:extLst>
              <a:ext uri="{FF2B5EF4-FFF2-40B4-BE49-F238E27FC236}">
                <a16:creationId xmlns:a16="http://schemas.microsoft.com/office/drawing/2014/main" id="{8E244AEF-CE4E-435F-B0D8-447469519BB9}"/>
              </a:ext>
            </a:extLst>
          </p:cNvPr>
          <p:cNvSpPr>
            <a:spLocks noGrp="1" noChangeArrowheads="1"/>
          </p:cNvSpPr>
          <p:nvPr>
            <p:ph type="title" idx="4294967295"/>
          </p:nvPr>
        </p:nvSpPr>
        <p:spPr>
          <a:xfrm>
            <a:off x="2438401" y="0"/>
            <a:ext cx="7381875" cy="1144588"/>
          </a:xfrm>
        </p:spPr>
        <p:txBody>
          <a:bodyPr vert="horz" lIns="90000" tIns="46800" rIns="90000" bIns="46800" rtlCol="0" anchor="ctr">
            <a:normAutofit/>
          </a:bodyPr>
          <a:lstStyle/>
          <a:p>
            <a:pPr defTabSz="4572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200" dirty="0" err="1">
                <a:solidFill>
                  <a:srgbClr val="000000"/>
                </a:solidFill>
              </a:rPr>
              <a:t>Algoritmo</a:t>
            </a:r>
            <a:r>
              <a:rPr lang="en-GB" altLang="en-US" sz="3200" dirty="0">
                <a:solidFill>
                  <a:srgbClr val="000000"/>
                </a:solidFill>
              </a:rPr>
              <a:t> BS</a:t>
            </a:r>
          </a:p>
        </p:txBody>
      </p:sp>
      <p:pic>
        <p:nvPicPr>
          <p:cNvPr id="5" name="Graphic 4" descr="Web design">
            <a:extLst>
              <a:ext uri="{FF2B5EF4-FFF2-40B4-BE49-F238E27FC236}">
                <a16:creationId xmlns:a16="http://schemas.microsoft.com/office/drawing/2014/main" id="{8A5E8D04-3D79-4772-8E76-D5BE332DD16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48328" y="230188"/>
            <a:ext cx="914400" cy="914400"/>
          </a:xfrm>
          <a:prstGeom prst="rect">
            <a:avLst/>
          </a:prstGeom>
        </p:spPr>
      </p:pic>
      <p:pic>
        <p:nvPicPr>
          <p:cNvPr id="3" name="Picture 2">
            <a:extLst>
              <a:ext uri="{FF2B5EF4-FFF2-40B4-BE49-F238E27FC236}">
                <a16:creationId xmlns:a16="http://schemas.microsoft.com/office/drawing/2014/main" id="{FBA37CBA-601B-483D-9B18-E8FB649708CF}"/>
              </a:ext>
            </a:extLst>
          </p:cNvPr>
          <p:cNvPicPr>
            <a:picLocks noChangeAspect="1"/>
          </p:cNvPicPr>
          <p:nvPr/>
        </p:nvPicPr>
        <p:blipFill>
          <a:blip r:embed="rId5"/>
          <a:stretch>
            <a:fillRect/>
          </a:stretch>
        </p:blipFill>
        <p:spPr>
          <a:xfrm>
            <a:off x="1791380" y="1468499"/>
            <a:ext cx="8649649" cy="3834494"/>
          </a:xfrm>
          <a:prstGeom prst="rect">
            <a:avLst/>
          </a:prstGeom>
        </p:spPr>
      </p:pic>
    </p:spTree>
    <p:extLst>
      <p:ext uri="{BB962C8B-B14F-4D97-AF65-F5344CB8AC3E}">
        <p14:creationId xmlns:p14="http://schemas.microsoft.com/office/powerpoint/2010/main" val="3638596566"/>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A9C4E8-581A-4E73-B27B-71D0BD093319}"/>
              </a:ext>
            </a:extLst>
          </p:cNvPr>
          <p:cNvSpPr>
            <a:spLocks noGrp="1"/>
          </p:cNvSpPr>
          <p:nvPr>
            <p:ph type="sldNum" sz="quarter" idx="10"/>
          </p:nvPr>
        </p:nvSpPr>
        <p:spPr/>
        <p:txBody>
          <a:bodyPr/>
          <a:lstStyle/>
          <a:p>
            <a:pPr>
              <a:defRPr/>
            </a:pPr>
            <a:fld id="{095C3A6C-2EF2-4429-8171-61B701167257}" type="slidenum">
              <a:rPr lang="en-US" altLang="en-US" smtClean="0"/>
              <a:pPr>
                <a:defRPr/>
              </a:pPr>
              <a:t>29</a:t>
            </a:fld>
            <a:endParaRPr lang="en-US" altLang="en-US"/>
          </a:p>
        </p:txBody>
      </p:sp>
      <p:sp>
        <p:nvSpPr>
          <p:cNvPr id="3" name="Rectangle 2">
            <a:extLst>
              <a:ext uri="{FF2B5EF4-FFF2-40B4-BE49-F238E27FC236}">
                <a16:creationId xmlns:a16="http://schemas.microsoft.com/office/drawing/2014/main" id="{2C5010B1-A23D-46C3-A2F0-4934E81DD0DA}"/>
              </a:ext>
            </a:extLst>
          </p:cNvPr>
          <p:cNvSpPr txBox="1">
            <a:spLocks noChangeArrowheads="1"/>
          </p:cNvSpPr>
          <p:nvPr/>
        </p:nvSpPr>
        <p:spPr bwMode="auto">
          <a:xfrm>
            <a:off x="2458542" y="0"/>
            <a:ext cx="7381875"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ctr" anchorCtr="0" compatLnSpc="1">
            <a:prstTxWarp prst="textNoShape">
              <a:avLst/>
            </a:prstTxWarp>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defTabSz="4572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200" kern="0" dirty="0">
                <a:solidFill>
                  <a:srgbClr val="000000"/>
                </a:solidFill>
              </a:rPr>
              <a:t>Las </a:t>
            </a:r>
            <a:r>
              <a:rPr lang="en-GB" altLang="en-US" sz="3200" kern="0" dirty="0" err="1">
                <a:solidFill>
                  <a:srgbClr val="000000"/>
                </a:solidFill>
              </a:rPr>
              <a:t>Griegas</a:t>
            </a:r>
            <a:endParaRPr lang="en-GB" altLang="en-US" sz="3200" kern="0" dirty="0">
              <a:solidFill>
                <a:srgbClr val="000000"/>
              </a:solidFill>
            </a:endParaRPr>
          </a:p>
        </p:txBody>
      </p:sp>
      <p:sp>
        <p:nvSpPr>
          <p:cNvPr id="7" name="Rectangle 3">
            <a:extLst>
              <a:ext uri="{FF2B5EF4-FFF2-40B4-BE49-F238E27FC236}">
                <a16:creationId xmlns:a16="http://schemas.microsoft.com/office/drawing/2014/main" id="{1E49DB00-3752-4571-A409-8E893F9126FC}"/>
              </a:ext>
            </a:extLst>
          </p:cNvPr>
          <p:cNvSpPr txBox="1">
            <a:spLocks noChangeArrowheads="1"/>
          </p:cNvSpPr>
          <p:nvPr/>
        </p:nvSpPr>
        <p:spPr bwMode="auto">
          <a:xfrm>
            <a:off x="1814264" y="1268760"/>
            <a:ext cx="8602216" cy="4968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Char char="•"/>
              <a:defRPr sz="3200">
                <a:solidFill>
                  <a:srgbClr val="4D4D4D"/>
                </a:solidFill>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Wingdings" panose="05000000000000000000" pitchFamily="2" charset="2"/>
              <a:buChar char="Ø"/>
              <a:defRPr sz="2800">
                <a:solidFill>
                  <a:srgbClr val="4D4D4D"/>
                </a:solidFill>
                <a:latin typeface="+mn-lt"/>
              </a:defRPr>
            </a:lvl2pPr>
            <a:lvl3pPr marL="1085850" indent="-228600" algn="l" rtl="0" eaLnBrk="0" fontAlgn="base" hangingPunct="0">
              <a:spcBef>
                <a:spcPct val="20000"/>
              </a:spcBef>
              <a:spcAft>
                <a:spcPct val="0"/>
              </a:spcAft>
              <a:buClr>
                <a:schemeClr val="folHlink"/>
              </a:buClr>
              <a:buSzPct val="75000"/>
              <a:buFont typeface="Wingdings" panose="05000000000000000000" pitchFamily="2" charset="2"/>
              <a:buChar char="w"/>
              <a:defRPr sz="2400">
                <a:solidFill>
                  <a:srgbClr val="4D4D4D"/>
                </a:solidFill>
                <a:latin typeface="+mn-lt"/>
              </a:defRPr>
            </a:lvl3pPr>
            <a:lvl4pPr marL="1428750" indent="-228600" algn="l" rtl="0" eaLnBrk="0" fontAlgn="base" hangingPunct="0">
              <a:spcBef>
                <a:spcPct val="20000"/>
              </a:spcBef>
              <a:spcAft>
                <a:spcPct val="0"/>
              </a:spcAft>
              <a:buClr>
                <a:schemeClr val="folHlink"/>
              </a:buClr>
              <a:buSzPct val="75000"/>
              <a:buFont typeface="Wingdings" panose="05000000000000000000" pitchFamily="2" charset="2"/>
              <a:buChar char="§"/>
              <a:defRPr sz="2000">
                <a:solidFill>
                  <a:srgbClr val="4D4D4D"/>
                </a:solidFill>
                <a:latin typeface="+mn-lt"/>
              </a:defRPr>
            </a:lvl4pPr>
            <a:lvl5pPr marL="1771650" indent="-228600" algn="l" rtl="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mn-lt"/>
              </a:defRPr>
            </a:lvl5pPr>
            <a:lvl6pPr marL="22288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6pPr>
            <a:lvl7pPr marL="26860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7pPr>
            <a:lvl8pPr marL="31432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8pPr>
            <a:lvl9pPr marL="36004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9pPr>
          </a:lstStyle>
          <a:p>
            <a:endParaRPr lang="es-AR" altLang="en-US" sz="2300" kern="0" dirty="0">
              <a:solidFill>
                <a:srgbClr val="000000"/>
              </a:solidFill>
            </a:endParaRPr>
          </a:p>
          <a:p>
            <a:r>
              <a:rPr lang="es-AR" altLang="en-US" sz="2300" kern="0" dirty="0">
                <a:solidFill>
                  <a:srgbClr val="000000"/>
                </a:solidFill>
              </a:rPr>
              <a:t>Las </a:t>
            </a:r>
            <a:r>
              <a:rPr lang="es-AR" altLang="en-US" sz="2300" kern="0" dirty="0">
                <a:solidFill>
                  <a:schemeClr val="tx1">
                    <a:lumMod val="60000"/>
                    <a:lumOff val="40000"/>
                  </a:schemeClr>
                </a:solidFill>
              </a:rPr>
              <a:t>griegas</a:t>
            </a:r>
            <a:r>
              <a:rPr lang="es-AR" altLang="en-US" sz="2300" kern="0" dirty="0">
                <a:solidFill>
                  <a:srgbClr val="000000"/>
                </a:solidFill>
              </a:rPr>
              <a:t> son una herramienta vital en el manejo de riesgo. Miden la sensibilidad del valor de un portafolio a pequeños movimientos de un parámetro. </a:t>
            </a:r>
          </a:p>
          <a:p>
            <a:r>
              <a:rPr lang="es-AR" altLang="en-US" sz="2300" kern="0" dirty="0">
                <a:solidFill>
                  <a:srgbClr val="000000"/>
                </a:solidFill>
              </a:rPr>
              <a:t>Las griegas más comunes son las que provienen de las sensibilidades de:</a:t>
            </a:r>
          </a:p>
          <a:p>
            <a:pPr lvl="1"/>
            <a:r>
              <a:rPr lang="es-AR" altLang="en-US" sz="1900" kern="0" dirty="0">
                <a:solidFill>
                  <a:srgbClr val="000000"/>
                </a:solidFill>
              </a:rPr>
              <a:t>spot</a:t>
            </a:r>
          </a:p>
          <a:p>
            <a:pPr lvl="1"/>
            <a:r>
              <a:rPr lang="es-AR" altLang="en-US" sz="1900" kern="0" dirty="0">
                <a:solidFill>
                  <a:srgbClr val="000000"/>
                </a:solidFill>
              </a:rPr>
              <a:t>volatilidad</a:t>
            </a:r>
          </a:p>
          <a:p>
            <a:pPr lvl="1"/>
            <a:r>
              <a:rPr lang="es-AR" altLang="en-US" sz="1900" kern="0" dirty="0">
                <a:solidFill>
                  <a:srgbClr val="000000"/>
                </a:solidFill>
              </a:rPr>
              <a:t>tiempo a expiración</a:t>
            </a:r>
          </a:p>
          <a:p>
            <a:pPr lvl="1"/>
            <a:r>
              <a:rPr lang="es-AR" altLang="en-US" sz="1900" kern="0" dirty="0">
                <a:solidFill>
                  <a:srgbClr val="000000"/>
                </a:solidFill>
              </a:rPr>
              <a:t>Tasa</a:t>
            </a:r>
          </a:p>
          <a:p>
            <a:r>
              <a:rPr lang="es-AR" altLang="en-US" sz="2300" kern="0" dirty="0">
                <a:solidFill>
                  <a:srgbClr val="000000"/>
                </a:solidFill>
              </a:rPr>
              <a:t>Existen griegas de primer orden, de segundo orden y más</a:t>
            </a:r>
          </a:p>
          <a:p>
            <a:r>
              <a:rPr lang="es-AR" altLang="en-US" sz="2300" kern="0" dirty="0">
                <a:solidFill>
                  <a:srgbClr val="000000"/>
                </a:solidFill>
              </a:rPr>
              <a:t>La forma de calcularlas es dejar todas las variables fijas menos una y mover </a:t>
            </a:r>
            <a:r>
              <a:rPr lang="es-AR" altLang="en-US" sz="2300" i="1" kern="0" dirty="0">
                <a:solidFill>
                  <a:srgbClr val="000000"/>
                </a:solidFill>
              </a:rPr>
              <a:t>infinitesimalmente</a:t>
            </a:r>
            <a:r>
              <a:rPr lang="es-AR" altLang="en-US" sz="2300" kern="0" dirty="0">
                <a:solidFill>
                  <a:srgbClr val="000000"/>
                </a:solidFill>
              </a:rPr>
              <a:t> a la variable en cuestión.</a:t>
            </a:r>
            <a:endParaRPr lang="es-AR" altLang="en-US" sz="2300" kern="0" dirty="0">
              <a:solidFill>
                <a:schemeClr val="tx1">
                  <a:lumMod val="60000"/>
                  <a:lumOff val="40000"/>
                </a:schemeClr>
              </a:solidFill>
            </a:endParaRPr>
          </a:p>
        </p:txBody>
      </p:sp>
    </p:spTree>
    <p:extLst>
      <p:ext uri="{BB962C8B-B14F-4D97-AF65-F5344CB8AC3E}">
        <p14:creationId xmlns:p14="http://schemas.microsoft.com/office/powerpoint/2010/main" val="35304533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A9C4E8-581A-4E73-B27B-71D0BD093319}"/>
              </a:ext>
            </a:extLst>
          </p:cNvPr>
          <p:cNvSpPr>
            <a:spLocks noGrp="1"/>
          </p:cNvSpPr>
          <p:nvPr>
            <p:ph type="sldNum" sz="quarter" idx="10"/>
          </p:nvPr>
        </p:nvSpPr>
        <p:spPr/>
        <p:txBody>
          <a:bodyPr/>
          <a:lstStyle/>
          <a:p>
            <a:pPr>
              <a:defRPr/>
            </a:pPr>
            <a:fld id="{095C3A6C-2EF2-4429-8171-61B701167257}" type="slidenum">
              <a:rPr lang="en-US" altLang="en-US" smtClean="0"/>
              <a:pPr>
                <a:defRPr/>
              </a:pPr>
              <a:t>30</a:t>
            </a:fld>
            <a:endParaRPr lang="en-US" altLang="en-US"/>
          </a:p>
        </p:txBody>
      </p:sp>
      <p:sp>
        <p:nvSpPr>
          <p:cNvPr id="3" name="Rectangle 2">
            <a:extLst>
              <a:ext uri="{FF2B5EF4-FFF2-40B4-BE49-F238E27FC236}">
                <a16:creationId xmlns:a16="http://schemas.microsoft.com/office/drawing/2014/main" id="{2C5010B1-A23D-46C3-A2F0-4934E81DD0DA}"/>
              </a:ext>
            </a:extLst>
          </p:cNvPr>
          <p:cNvSpPr txBox="1">
            <a:spLocks noChangeArrowheads="1"/>
          </p:cNvSpPr>
          <p:nvPr/>
        </p:nvSpPr>
        <p:spPr bwMode="auto">
          <a:xfrm>
            <a:off x="2458542" y="0"/>
            <a:ext cx="7381875"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ctr" anchorCtr="0" compatLnSpc="1">
            <a:prstTxWarp prst="textNoShape">
              <a:avLst/>
            </a:prstTxWarp>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defTabSz="4572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200" kern="0" dirty="0">
                <a:solidFill>
                  <a:srgbClr val="000000"/>
                </a:solidFill>
              </a:rPr>
              <a:t>Delta (1/3)</a:t>
            </a:r>
          </a:p>
        </p:txBody>
      </p:sp>
      <mc:AlternateContent xmlns:mc="http://schemas.openxmlformats.org/markup-compatibility/2006" xmlns:a14="http://schemas.microsoft.com/office/drawing/2010/main">
        <mc:Choice Requires="a14">
          <p:sp>
            <p:nvSpPr>
              <p:cNvPr id="7" name="Rectangle 3">
                <a:extLst>
                  <a:ext uri="{FF2B5EF4-FFF2-40B4-BE49-F238E27FC236}">
                    <a16:creationId xmlns:a16="http://schemas.microsoft.com/office/drawing/2014/main" id="{1E49DB00-3752-4571-A409-8E893F9126FC}"/>
                  </a:ext>
                </a:extLst>
              </p:cNvPr>
              <p:cNvSpPr txBox="1">
                <a:spLocks noChangeArrowheads="1"/>
              </p:cNvSpPr>
              <p:nvPr/>
            </p:nvSpPr>
            <p:spPr bwMode="auto">
              <a:xfrm>
                <a:off x="1814264" y="1340768"/>
                <a:ext cx="8602216" cy="54006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Char char="•"/>
                  <a:defRPr sz="3200">
                    <a:solidFill>
                      <a:srgbClr val="4D4D4D"/>
                    </a:solidFill>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Wingdings" panose="05000000000000000000" pitchFamily="2" charset="2"/>
                  <a:buChar char="Ø"/>
                  <a:defRPr sz="2800">
                    <a:solidFill>
                      <a:srgbClr val="4D4D4D"/>
                    </a:solidFill>
                    <a:latin typeface="+mn-lt"/>
                  </a:defRPr>
                </a:lvl2pPr>
                <a:lvl3pPr marL="1085850" indent="-228600" algn="l" rtl="0" eaLnBrk="0" fontAlgn="base" hangingPunct="0">
                  <a:spcBef>
                    <a:spcPct val="20000"/>
                  </a:spcBef>
                  <a:spcAft>
                    <a:spcPct val="0"/>
                  </a:spcAft>
                  <a:buClr>
                    <a:schemeClr val="folHlink"/>
                  </a:buClr>
                  <a:buSzPct val="75000"/>
                  <a:buFont typeface="Wingdings" panose="05000000000000000000" pitchFamily="2" charset="2"/>
                  <a:buChar char="w"/>
                  <a:defRPr sz="2400">
                    <a:solidFill>
                      <a:srgbClr val="4D4D4D"/>
                    </a:solidFill>
                    <a:latin typeface="+mn-lt"/>
                  </a:defRPr>
                </a:lvl3pPr>
                <a:lvl4pPr marL="1428750" indent="-228600" algn="l" rtl="0" eaLnBrk="0" fontAlgn="base" hangingPunct="0">
                  <a:spcBef>
                    <a:spcPct val="20000"/>
                  </a:spcBef>
                  <a:spcAft>
                    <a:spcPct val="0"/>
                  </a:spcAft>
                  <a:buClr>
                    <a:schemeClr val="folHlink"/>
                  </a:buClr>
                  <a:buSzPct val="75000"/>
                  <a:buFont typeface="Wingdings" panose="05000000000000000000" pitchFamily="2" charset="2"/>
                  <a:buChar char="§"/>
                  <a:defRPr sz="2000">
                    <a:solidFill>
                      <a:srgbClr val="4D4D4D"/>
                    </a:solidFill>
                    <a:latin typeface="+mn-lt"/>
                  </a:defRPr>
                </a:lvl4pPr>
                <a:lvl5pPr marL="1771650" indent="-228600" algn="l" rtl="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mn-lt"/>
                  </a:defRPr>
                </a:lvl5pPr>
                <a:lvl6pPr marL="22288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6pPr>
                <a:lvl7pPr marL="26860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7pPr>
                <a:lvl8pPr marL="31432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8pPr>
                <a:lvl9pPr marL="36004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9pPr>
              </a:lstStyle>
              <a:p>
                <a:pPr marL="0" indent="0">
                  <a:buNone/>
                </a:pPr>
                <a:r>
                  <a:rPr lang="es-AR" altLang="en-US" sz="2300" kern="0" dirty="0">
                    <a:solidFill>
                      <a:schemeClr val="tx1">
                        <a:lumMod val="60000"/>
                        <a:lumOff val="40000"/>
                      </a:schemeClr>
                    </a:solidFill>
                  </a:rPr>
                  <a:t>La Delta </a:t>
                </a:r>
                <a:r>
                  <a:rPr lang="es-AR" altLang="en-US" sz="2300" kern="0" dirty="0">
                    <a:solidFill>
                      <a:srgbClr val="000000"/>
                    </a:solidFill>
                  </a:rPr>
                  <a:t>- </a:t>
                </a:r>
                <a14:m>
                  <m:oMath xmlns:m="http://schemas.openxmlformats.org/officeDocument/2006/math">
                    <m:r>
                      <m:rPr>
                        <m:sty m:val="p"/>
                      </m:rPr>
                      <a:rPr lang="es-AR" altLang="en-US" sz="2300" kern="0">
                        <a:solidFill>
                          <a:srgbClr val="000000"/>
                        </a:solidFill>
                        <a:latin typeface="Cambria Math" panose="02040503050406030204" pitchFamily="18" charset="0"/>
                      </a:rPr>
                      <m:t>Δ</m:t>
                    </m:r>
                  </m:oMath>
                </a14:m>
                <a:r>
                  <a:rPr lang="es-AR" altLang="en-US" sz="2300" kern="0" dirty="0">
                    <a:solidFill>
                      <a:srgbClr val="000000"/>
                    </a:solidFill>
                  </a:rPr>
                  <a:t> - mide la razón de cambio entre el precio de la opción con respecto al precio del activo subyacente </a:t>
                </a:r>
                <a14:m>
                  <m:oMath xmlns:m="http://schemas.openxmlformats.org/officeDocument/2006/math">
                    <m:r>
                      <a:rPr lang="es-AR" altLang="en-US" sz="2300" i="1" kern="0" dirty="0">
                        <a:solidFill>
                          <a:srgbClr val="000000"/>
                        </a:solidFill>
                        <a:latin typeface="Cambria Math" panose="02040503050406030204" pitchFamily="18" charset="0"/>
                      </a:rPr>
                      <m:t>𝑆</m:t>
                    </m:r>
                  </m:oMath>
                </a14:m>
                <a:r>
                  <a:rPr lang="es-AR" altLang="en-US" sz="2300" kern="0" dirty="0">
                    <a:solidFill>
                      <a:srgbClr val="000000"/>
                    </a:solidFill>
                  </a:rPr>
                  <a:t>. Esto puede entenderse de la siguiente manera:</a:t>
                </a:r>
              </a:p>
              <a:p>
                <a:pPr marL="0" indent="0">
                  <a:buNone/>
                </a:pPr>
                <a:endParaRPr lang="es-AR" altLang="en-US" sz="2300" kern="0" dirty="0">
                  <a:solidFill>
                    <a:srgbClr val="000000"/>
                  </a:solidFill>
                </a:endParaRPr>
              </a:p>
              <a:p>
                <a:pPr marL="0" indent="0">
                  <a:buNone/>
                </a:pPr>
                <a:r>
                  <a:rPr lang="es-AR" altLang="en-US" sz="2300" kern="0" dirty="0">
                    <a:solidFill>
                      <a:srgbClr val="000000"/>
                    </a:solidFill>
                  </a:rPr>
                  <a:t>Si una opción tiene un </a:t>
                </a:r>
                <a14:m>
                  <m:oMath xmlns:m="http://schemas.openxmlformats.org/officeDocument/2006/math">
                    <m:r>
                      <m:rPr>
                        <m:sty m:val="p"/>
                      </m:rPr>
                      <a:rPr lang="es-AR" altLang="en-US" sz="2300" kern="0" dirty="0">
                        <a:solidFill>
                          <a:srgbClr val="000000"/>
                        </a:solidFill>
                        <a:latin typeface="Cambria Math" panose="02040503050406030204" pitchFamily="18" charset="0"/>
                      </a:rPr>
                      <m:t>Δ</m:t>
                    </m:r>
                    <m:r>
                      <a:rPr lang="es-AR" altLang="en-US" sz="2300" i="1" kern="0" dirty="0">
                        <a:solidFill>
                          <a:srgbClr val="000000"/>
                        </a:solidFill>
                        <a:latin typeface="Cambria Math" panose="02040503050406030204" pitchFamily="18" charset="0"/>
                      </a:rPr>
                      <m:t> = 0.6</m:t>
                    </m:r>
                  </m:oMath>
                </a14:m>
                <a:r>
                  <a:rPr lang="es-AR" altLang="en-US" sz="2300" kern="0" dirty="0">
                    <a:solidFill>
                      <a:srgbClr val="000000"/>
                    </a:solidFill>
                  </a:rPr>
                  <a:t>, implicaría que ante el cambio de $1 en el precio del subyacente, el precio de la opción cambiaría un $0.6.</a:t>
                </a:r>
              </a:p>
              <a:p>
                <a:pPr marL="0" indent="0">
                  <a:buNone/>
                </a:pPr>
                <a:r>
                  <a:rPr lang="es-AR" altLang="en-US" sz="2300" kern="0" dirty="0">
                    <a:solidFill>
                      <a:srgbClr val="000000"/>
                    </a:solidFill>
                  </a:rPr>
                  <a:t>Se </a:t>
                </a:r>
                <a:r>
                  <a:rPr lang="es-AR" altLang="en-US" sz="2300" b="1" kern="0" dirty="0">
                    <a:solidFill>
                      <a:schemeClr val="accent6">
                        <a:lumMod val="60000"/>
                        <a:lumOff val="40000"/>
                      </a:schemeClr>
                    </a:solidFill>
                  </a:rPr>
                  <a:t>calcula</a:t>
                </a:r>
                <a:r>
                  <a:rPr lang="es-AR" altLang="en-US" sz="2300" kern="0" dirty="0">
                    <a:solidFill>
                      <a:srgbClr val="000000"/>
                    </a:solidFill>
                  </a:rPr>
                  <a:t> en general:</a:t>
                </a:r>
              </a:p>
              <a:p>
                <a:pPr marL="0" indent="0">
                  <a:buNone/>
                </a:pPr>
                <a:endParaRPr lang="es-AR" altLang="en-US" sz="2300" kern="0" dirty="0">
                  <a:solidFill>
                    <a:srgbClr val="000000"/>
                  </a:solidFill>
                </a:endParaRPr>
              </a:p>
              <a:p>
                <a:pPr marL="0" indent="0">
                  <a:buNone/>
                </a:pPr>
                <a14:m>
                  <m:oMathPara xmlns:m="http://schemas.openxmlformats.org/officeDocument/2006/math">
                    <m:oMathParaPr>
                      <m:jc m:val="centerGroup"/>
                    </m:oMathParaPr>
                    <m:oMath xmlns:m="http://schemas.openxmlformats.org/officeDocument/2006/math">
                      <m:r>
                        <m:rPr>
                          <m:sty m:val="p"/>
                        </m:rPr>
                        <a:rPr lang="es-AR" altLang="en-US" sz="2300" kern="0">
                          <a:solidFill>
                            <a:srgbClr val="000000"/>
                          </a:solidFill>
                          <a:latin typeface="Cambria Math" panose="02040503050406030204" pitchFamily="18" charset="0"/>
                        </a:rPr>
                        <m:t>Δ</m:t>
                      </m:r>
                      <m:r>
                        <a:rPr lang="es-AR" altLang="en-US" sz="2300" i="1" kern="0">
                          <a:solidFill>
                            <a:srgbClr val="000000"/>
                          </a:solidFill>
                          <a:latin typeface="Cambria Math" panose="02040503050406030204" pitchFamily="18" charset="0"/>
                        </a:rPr>
                        <m:t>=</m:t>
                      </m:r>
                      <m:f>
                        <m:fPr>
                          <m:ctrlPr>
                            <a:rPr lang="es-AR" altLang="en-US" sz="2300" i="1" kern="0">
                              <a:solidFill>
                                <a:srgbClr val="000000"/>
                              </a:solidFill>
                              <a:latin typeface="Cambria Math" panose="02040503050406030204" pitchFamily="18" charset="0"/>
                            </a:rPr>
                          </m:ctrlPr>
                        </m:fPr>
                        <m:num>
                          <m:r>
                            <a:rPr lang="es-AR" altLang="en-US" sz="2300" i="1" kern="0">
                              <a:solidFill>
                                <a:srgbClr val="000000"/>
                              </a:solidFill>
                              <a:latin typeface="Cambria Math" panose="02040503050406030204" pitchFamily="18" charset="0"/>
                            </a:rPr>
                            <m:t>𝜕</m:t>
                          </m:r>
                          <m:r>
                            <a:rPr lang="es-AR" altLang="en-US" sz="2300" i="1" kern="0">
                              <a:solidFill>
                                <a:srgbClr val="000000"/>
                              </a:solidFill>
                              <a:latin typeface="Cambria Math" panose="02040503050406030204" pitchFamily="18" charset="0"/>
                            </a:rPr>
                            <m:t>𝐶</m:t>
                          </m:r>
                        </m:num>
                        <m:den>
                          <m:r>
                            <a:rPr lang="es-AR" altLang="en-US" sz="2300" i="1" kern="0">
                              <a:solidFill>
                                <a:srgbClr val="000000"/>
                              </a:solidFill>
                              <a:latin typeface="Cambria Math" panose="02040503050406030204" pitchFamily="18" charset="0"/>
                            </a:rPr>
                            <m:t>𝜕</m:t>
                          </m:r>
                          <m:r>
                            <a:rPr lang="es-AR" altLang="en-US" sz="2300" i="1" kern="0">
                              <a:solidFill>
                                <a:srgbClr val="000000"/>
                              </a:solidFill>
                              <a:latin typeface="Cambria Math" panose="02040503050406030204" pitchFamily="18" charset="0"/>
                            </a:rPr>
                            <m:t>𝑆</m:t>
                          </m:r>
                        </m:den>
                      </m:f>
                      <m:r>
                        <a:rPr lang="en-US" altLang="en-US" sz="2300" i="1" kern="0">
                          <a:solidFill>
                            <a:srgbClr val="000000"/>
                          </a:solidFill>
                          <a:latin typeface="Cambria Math" panose="02040503050406030204" pitchFamily="18" charset="0"/>
                        </a:rPr>
                        <m:t>~</m:t>
                      </m:r>
                      <m:f>
                        <m:fPr>
                          <m:ctrlPr>
                            <a:rPr lang="es-AR" altLang="en-US" sz="2300" i="1" kern="0">
                              <a:solidFill>
                                <a:srgbClr val="000000"/>
                              </a:solidFill>
                              <a:latin typeface="Cambria Math" panose="02040503050406030204" pitchFamily="18" charset="0"/>
                            </a:rPr>
                          </m:ctrlPr>
                        </m:fPr>
                        <m:num>
                          <m:r>
                            <a:rPr lang="es-AR" altLang="en-US" sz="2300" i="1" kern="0">
                              <a:solidFill>
                                <a:srgbClr val="000000"/>
                              </a:solidFill>
                              <a:latin typeface="Cambria Math" panose="02040503050406030204" pitchFamily="18" charset="0"/>
                            </a:rPr>
                            <m:t>𝐶</m:t>
                          </m:r>
                          <m:d>
                            <m:dPr>
                              <m:ctrlPr>
                                <a:rPr lang="es-AR" altLang="en-US" sz="2300" i="1" kern="0">
                                  <a:solidFill>
                                    <a:srgbClr val="000000"/>
                                  </a:solidFill>
                                  <a:latin typeface="Cambria Math" panose="02040503050406030204" pitchFamily="18" charset="0"/>
                                </a:rPr>
                              </m:ctrlPr>
                            </m:dPr>
                            <m:e>
                              <m:r>
                                <a:rPr lang="es-AR" altLang="en-US" sz="2300" i="1" kern="0">
                                  <a:solidFill>
                                    <a:srgbClr val="000000"/>
                                  </a:solidFill>
                                  <a:latin typeface="Cambria Math" panose="02040503050406030204" pitchFamily="18" charset="0"/>
                                </a:rPr>
                                <m:t>𝑆</m:t>
                              </m:r>
                              <m:r>
                                <a:rPr lang="es-AR" altLang="en-US" sz="2300" i="1" kern="0">
                                  <a:solidFill>
                                    <a:srgbClr val="000000"/>
                                  </a:solidFill>
                                  <a:latin typeface="Cambria Math" panose="02040503050406030204" pitchFamily="18" charset="0"/>
                                </a:rPr>
                                <m:t>+$0.1</m:t>
                              </m:r>
                            </m:e>
                          </m:d>
                          <m:r>
                            <a:rPr lang="es-AR" altLang="en-US" sz="2300" i="1" kern="0">
                              <a:solidFill>
                                <a:srgbClr val="000000"/>
                              </a:solidFill>
                              <a:latin typeface="Cambria Math" panose="02040503050406030204" pitchFamily="18" charset="0"/>
                            </a:rPr>
                            <m:t>−</m:t>
                          </m:r>
                          <m:r>
                            <a:rPr lang="es-AR" altLang="en-US" sz="2300" i="1" kern="0">
                              <a:solidFill>
                                <a:srgbClr val="000000"/>
                              </a:solidFill>
                              <a:latin typeface="Cambria Math" panose="02040503050406030204" pitchFamily="18" charset="0"/>
                            </a:rPr>
                            <m:t>𝐶</m:t>
                          </m:r>
                          <m:r>
                            <a:rPr lang="es-AR" altLang="en-US" sz="2300" i="1" kern="0">
                              <a:solidFill>
                                <a:srgbClr val="000000"/>
                              </a:solidFill>
                              <a:latin typeface="Cambria Math" panose="02040503050406030204" pitchFamily="18" charset="0"/>
                            </a:rPr>
                            <m:t>(</m:t>
                          </m:r>
                          <m:r>
                            <a:rPr lang="es-AR" altLang="en-US" sz="2300" i="1" kern="0">
                              <a:solidFill>
                                <a:srgbClr val="000000"/>
                              </a:solidFill>
                              <a:latin typeface="Cambria Math" panose="02040503050406030204" pitchFamily="18" charset="0"/>
                            </a:rPr>
                            <m:t>𝑆</m:t>
                          </m:r>
                          <m:r>
                            <a:rPr lang="es-AR" altLang="en-US" sz="2300" i="1" kern="0">
                              <a:solidFill>
                                <a:srgbClr val="000000"/>
                              </a:solidFill>
                              <a:latin typeface="Cambria Math" panose="02040503050406030204" pitchFamily="18" charset="0"/>
                            </a:rPr>
                            <m:t>)</m:t>
                          </m:r>
                        </m:num>
                        <m:den>
                          <m:d>
                            <m:dPr>
                              <m:ctrlPr>
                                <a:rPr lang="en-US" altLang="en-US" sz="2300" i="1" kern="0">
                                  <a:solidFill>
                                    <a:srgbClr val="000000"/>
                                  </a:solidFill>
                                  <a:latin typeface="Cambria Math" panose="02040503050406030204" pitchFamily="18" charset="0"/>
                                </a:rPr>
                              </m:ctrlPr>
                            </m:dPr>
                            <m:e>
                              <m:r>
                                <a:rPr lang="en-US" altLang="en-US" sz="2300" i="1" kern="0">
                                  <a:solidFill>
                                    <a:srgbClr val="000000"/>
                                  </a:solidFill>
                                  <a:latin typeface="Cambria Math" panose="02040503050406030204" pitchFamily="18" charset="0"/>
                                </a:rPr>
                                <m:t>𝑆</m:t>
                              </m:r>
                              <m:r>
                                <a:rPr lang="en-US" altLang="en-US" sz="2300" i="1" kern="0">
                                  <a:solidFill>
                                    <a:srgbClr val="000000"/>
                                  </a:solidFill>
                                  <a:latin typeface="Cambria Math" panose="02040503050406030204" pitchFamily="18" charset="0"/>
                                </a:rPr>
                                <m:t>+$0.1</m:t>
                              </m:r>
                            </m:e>
                          </m:d>
                          <m:r>
                            <a:rPr lang="en-US" altLang="en-US" sz="2300" i="1" kern="0">
                              <a:solidFill>
                                <a:srgbClr val="000000"/>
                              </a:solidFill>
                              <a:latin typeface="Cambria Math" panose="02040503050406030204" pitchFamily="18" charset="0"/>
                            </a:rPr>
                            <m:t>−</m:t>
                          </m:r>
                          <m:r>
                            <a:rPr lang="en-US" altLang="en-US" sz="2300" i="1" kern="0">
                              <a:solidFill>
                                <a:srgbClr val="000000"/>
                              </a:solidFill>
                              <a:latin typeface="Cambria Math" panose="02040503050406030204" pitchFamily="18" charset="0"/>
                            </a:rPr>
                            <m:t>𝑆</m:t>
                          </m:r>
                        </m:den>
                      </m:f>
                      <m:r>
                        <a:rPr lang="en-US" altLang="en-US" sz="2300" i="1" kern="0">
                          <a:solidFill>
                            <a:srgbClr val="000000"/>
                          </a:solidFill>
                          <a:latin typeface="Cambria Math" panose="02040503050406030204" pitchFamily="18" charset="0"/>
                        </a:rPr>
                        <m:t>=</m:t>
                      </m:r>
                      <m:f>
                        <m:fPr>
                          <m:ctrlPr>
                            <a:rPr lang="es-AR" altLang="en-US" sz="2300" i="1" kern="0">
                              <a:solidFill>
                                <a:srgbClr val="000000"/>
                              </a:solidFill>
                              <a:latin typeface="Cambria Math" panose="02040503050406030204" pitchFamily="18" charset="0"/>
                            </a:rPr>
                          </m:ctrlPr>
                        </m:fPr>
                        <m:num>
                          <m:r>
                            <a:rPr lang="es-AR" altLang="en-US" sz="2300" i="1" kern="0">
                              <a:solidFill>
                                <a:srgbClr val="000000"/>
                              </a:solidFill>
                              <a:latin typeface="Cambria Math" panose="02040503050406030204" pitchFamily="18" charset="0"/>
                            </a:rPr>
                            <m:t>𝐶</m:t>
                          </m:r>
                          <m:d>
                            <m:dPr>
                              <m:ctrlPr>
                                <a:rPr lang="es-AR" altLang="en-US" sz="2300" i="1" kern="0">
                                  <a:solidFill>
                                    <a:srgbClr val="000000"/>
                                  </a:solidFill>
                                  <a:latin typeface="Cambria Math" panose="02040503050406030204" pitchFamily="18" charset="0"/>
                                </a:rPr>
                              </m:ctrlPr>
                            </m:dPr>
                            <m:e>
                              <m:r>
                                <a:rPr lang="es-AR" altLang="en-US" sz="2300" i="1" kern="0">
                                  <a:solidFill>
                                    <a:srgbClr val="000000"/>
                                  </a:solidFill>
                                  <a:latin typeface="Cambria Math" panose="02040503050406030204" pitchFamily="18" charset="0"/>
                                </a:rPr>
                                <m:t>𝑆</m:t>
                              </m:r>
                              <m:r>
                                <a:rPr lang="en-US" altLang="en-US" sz="2300" i="1" kern="0">
                                  <a:solidFill>
                                    <a:srgbClr val="000000"/>
                                  </a:solidFill>
                                  <a:latin typeface="Cambria Math" panose="02040503050406030204" pitchFamily="18" charset="0"/>
                                </a:rPr>
                                <m:t>+$0.1</m:t>
                              </m:r>
                            </m:e>
                          </m:d>
                          <m:r>
                            <a:rPr lang="es-AR" altLang="en-US" sz="2300" i="1" kern="0">
                              <a:solidFill>
                                <a:srgbClr val="000000"/>
                              </a:solidFill>
                              <a:latin typeface="Cambria Math" panose="02040503050406030204" pitchFamily="18" charset="0"/>
                            </a:rPr>
                            <m:t>−</m:t>
                          </m:r>
                          <m:r>
                            <a:rPr lang="es-AR" altLang="en-US" sz="2300" i="1" kern="0">
                              <a:solidFill>
                                <a:srgbClr val="000000"/>
                              </a:solidFill>
                              <a:latin typeface="Cambria Math" panose="02040503050406030204" pitchFamily="18" charset="0"/>
                            </a:rPr>
                            <m:t>𝐶</m:t>
                          </m:r>
                          <m:r>
                            <a:rPr lang="es-AR" altLang="en-US" sz="2300" i="1" kern="0">
                              <a:solidFill>
                                <a:srgbClr val="000000"/>
                              </a:solidFill>
                              <a:latin typeface="Cambria Math" panose="02040503050406030204" pitchFamily="18" charset="0"/>
                            </a:rPr>
                            <m:t>(</m:t>
                          </m:r>
                          <m:r>
                            <a:rPr lang="es-AR" altLang="en-US" sz="2300" i="1" kern="0">
                              <a:solidFill>
                                <a:srgbClr val="000000"/>
                              </a:solidFill>
                              <a:latin typeface="Cambria Math" panose="02040503050406030204" pitchFamily="18" charset="0"/>
                            </a:rPr>
                            <m:t>𝑆</m:t>
                          </m:r>
                          <m:r>
                            <a:rPr lang="es-AR" altLang="en-US" sz="2300" i="1" kern="0">
                              <a:solidFill>
                                <a:srgbClr val="000000"/>
                              </a:solidFill>
                              <a:latin typeface="Cambria Math" panose="02040503050406030204" pitchFamily="18" charset="0"/>
                            </a:rPr>
                            <m:t>)</m:t>
                          </m:r>
                        </m:num>
                        <m:den>
                          <m:r>
                            <a:rPr lang="en-US" altLang="en-US" sz="2300" i="1" kern="0">
                              <a:solidFill>
                                <a:srgbClr val="000000"/>
                              </a:solidFill>
                              <a:latin typeface="Cambria Math" panose="02040503050406030204" pitchFamily="18" charset="0"/>
                            </a:rPr>
                            <m:t>$0.1</m:t>
                          </m:r>
                        </m:den>
                      </m:f>
                      <m:r>
                        <a:rPr lang="es-AR" altLang="en-US" sz="2300" i="1" kern="0">
                          <a:solidFill>
                            <a:srgbClr val="000000"/>
                          </a:solidFill>
                          <a:latin typeface="Cambria Math" panose="02040503050406030204" pitchFamily="18" charset="0"/>
                        </a:rPr>
                        <m:t>𝑐𝑜𝑛</m:t>
                      </m:r>
                      <m:r>
                        <a:rPr lang="en-US" altLang="en-US" sz="2300" i="1" kern="0">
                          <a:solidFill>
                            <a:srgbClr val="000000"/>
                          </a:solidFill>
                          <a:latin typeface="Cambria Math" panose="02040503050406030204" pitchFamily="18" charset="0"/>
                        </a:rPr>
                        <m:t> </m:t>
                      </m:r>
                      <m:r>
                        <a:rPr lang="es-AR" altLang="en-US" sz="2300" i="1" kern="0">
                          <a:solidFill>
                            <a:srgbClr val="000000"/>
                          </a:solidFill>
                          <a:latin typeface="Cambria Math" panose="02040503050406030204" pitchFamily="18" charset="0"/>
                        </a:rPr>
                        <m:t>𝜖</m:t>
                      </m:r>
                      <m:r>
                        <a:rPr lang="es-AR" altLang="en-US" sz="2300" i="1" kern="0">
                          <a:solidFill>
                            <a:srgbClr val="000000"/>
                          </a:solidFill>
                          <a:latin typeface="Cambria Math" panose="02040503050406030204" pitchFamily="18" charset="0"/>
                        </a:rPr>
                        <m:t> </m:t>
                      </m:r>
                      <m:r>
                        <a:rPr lang="es-AR" altLang="en-US" sz="2300" i="1" kern="0">
                          <a:solidFill>
                            <a:srgbClr val="000000"/>
                          </a:solidFill>
                          <a:latin typeface="Cambria Math" panose="02040503050406030204" pitchFamily="18" charset="0"/>
                        </a:rPr>
                        <m:t>𝑝𝑒𝑞𝑢𝑒</m:t>
                      </m:r>
                      <m:r>
                        <a:rPr lang="es-AR" altLang="en-US" sz="2300" i="1" kern="0">
                          <a:solidFill>
                            <a:srgbClr val="000000"/>
                          </a:solidFill>
                          <a:latin typeface="Cambria Math" panose="02040503050406030204" pitchFamily="18" charset="0"/>
                        </a:rPr>
                        <m:t>ñ</m:t>
                      </m:r>
                      <m:r>
                        <a:rPr lang="es-AR" altLang="en-US" sz="2300" i="1" kern="0">
                          <a:solidFill>
                            <a:srgbClr val="000000"/>
                          </a:solidFill>
                          <a:latin typeface="Cambria Math" panose="02040503050406030204" pitchFamily="18" charset="0"/>
                        </a:rPr>
                        <m:t>𝑜</m:t>
                      </m:r>
                    </m:oMath>
                  </m:oMathPara>
                </a14:m>
                <a:endParaRPr lang="es-AR" altLang="en-US" sz="2300" kern="0" dirty="0">
                  <a:solidFill>
                    <a:srgbClr val="000000"/>
                  </a:solidFill>
                </a:endParaRPr>
              </a:p>
              <a:p>
                <a:pPr marL="0" indent="0">
                  <a:buNone/>
                </a:pPr>
                <a:endParaRPr lang="es-AR" altLang="en-US" sz="2300" kern="0" dirty="0">
                  <a:solidFill>
                    <a:srgbClr val="000000"/>
                  </a:solidFill>
                </a:endParaRPr>
              </a:p>
              <a:p>
                <a:pPr marL="0" indent="0">
                  <a:buNone/>
                </a:pPr>
                <a:r>
                  <a:rPr lang="es-AR" altLang="en-US" sz="2300" kern="0" dirty="0">
                    <a:solidFill>
                      <a:srgbClr val="000000"/>
                    </a:solidFill>
                  </a:rPr>
                  <a:t>Recordar el </a:t>
                </a:r>
                <a14:m>
                  <m:oMath xmlns:m="http://schemas.openxmlformats.org/officeDocument/2006/math">
                    <m:r>
                      <m:rPr>
                        <m:sty m:val="p"/>
                      </m:rPr>
                      <a:rPr lang="es-AR" altLang="en-US" sz="2300" kern="0">
                        <a:solidFill>
                          <a:srgbClr val="000000"/>
                        </a:solidFill>
                        <a:latin typeface="Cambria Math" panose="02040503050406030204" pitchFamily="18" charset="0"/>
                      </a:rPr>
                      <m:t>Δ</m:t>
                    </m:r>
                    <m:r>
                      <a:rPr lang="es-AR" altLang="en-US" sz="2300" i="1" kern="0">
                        <a:solidFill>
                          <a:srgbClr val="000000"/>
                        </a:solidFill>
                        <a:latin typeface="Cambria Math" panose="02040503050406030204" pitchFamily="18" charset="0"/>
                      </a:rPr>
                      <m:t>=</m:t>
                    </m:r>
                    <m:f>
                      <m:fPr>
                        <m:ctrlPr>
                          <a:rPr lang="es-AR" altLang="en-US" sz="2300" i="1" kern="0">
                            <a:solidFill>
                              <a:srgbClr val="000000"/>
                            </a:solidFill>
                            <a:latin typeface="Cambria Math" panose="02040503050406030204" pitchFamily="18" charset="0"/>
                          </a:rPr>
                        </m:ctrlPr>
                      </m:fPr>
                      <m:num>
                        <m:sSub>
                          <m:sSubPr>
                            <m:ctrlPr>
                              <a:rPr lang="es-AR" altLang="en-US" sz="2300" i="1" kern="0">
                                <a:solidFill>
                                  <a:srgbClr val="000000"/>
                                </a:solidFill>
                                <a:latin typeface="Cambria Math" panose="02040503050406030204" pitchFamily="18" charset="0"/>
                              </a:rPr>
                            </m:ctrlPr>
                          </m:sSubPr>
                          <m:e>
                            <m:r>
                              <a:rPr lang="es-AR" altLang="en-US" sz="2300" i="1" kern="0">
                                <a:solidFill>
                                  <a:srgbClr val="000000"/>
                                </a:solidFill>
                                <a:latin typeface="Cambria Math" panose="02040503050406030204" pitchFamily="18" charset="0"/>
                              </a:rPr>
                              <m:t>𝐶</m:t>
                            </m:r>
                          </m:e>
                          <m:sub>
                            <m:r>
                              <a:rPr lang="es-AR" altLang="en-US" sz="2300" i="1" kern="0">
                                <a:solidFill>
                                  <a:srgbClr val="000000"/>
                                </a:solidFill>
                                <a:latin typeface="Cambria Math" panose="02040503050406030204" pitchFamily="18" charset="0"/>
                              </a:rPr>
                              <m:t>𝑢</m:t>
                            </m:r>
                          </m:sub>
                        </m:sSub>
                        <m:r>
                          <a:rPr lang="es-AR" altLang="en-US" sz="2300" i="1" kern="0">
                            <a:solidFill>
                              <a:srgbClr val="000000"/>
                            </a:solidFill>
                            <a:latin typeface="Cambria Math" panose="02040503050406030204" pitchFamily="18" charset="0"/>
                          </a:rPr>
                          <m:t>−</m:t>
                        </m:r>
                        <m:sSub>
                          <m:sSubPr>
                            <m:ctrlPr>
                              <a:rPr lang="es-AR" altLang="en-US" sz="2300" i="1" kern="0">
                                <a:solidFill>
                                  <a:srgbClr val="000000"/>
                                </a:solidFill>
                                <a:latin typeface="Cambria Math" panose="02040503050406030204" pitchFamily="18" charset="0"/>
                              </a:rPr>
                            </m:ctrlPr>
                          </m:sSubPr>
                          <m:e>
                            <m:r>
                              <a:rPr lang="es-AR" altLang="en-US" sz="2300" i="1" kern="0">
                                <a:solidFill>
                                  <a:srgbClr val="000000"/>
                                </a:solidFill>
                                <a:latin typeface="Cambria Math" panose="02040503050406030204" pitchFamily="18" charset="0"/>
                              </a:rPr>
                              <m:t>𝐶</m:t>
                            </m:r>
                          </m:e>
                          <m:sub>
                            <m:r>
                              <a:rPr lang="es-AR" altLang="en-US" sz="2300" i="1" kern="0">
                                <a:solidFill>
                                  <a:srgbClr val="000000"/>
                                </a:solidFill>
                                <a:latin typeface="Cambria Math" panose="02040503050406030204" pitchFamily="18" charset="0"/>
                              </a:rPr>
                              <m:t>𝑑</m:t>
                            </m:r>
                          </m:sub>
                        </m:sSub>
                      </m:num>
                      <m:den>
                        <m:sSub>
                          <m:sSubPr>
                            <m:ctrlPr>
                              <a:rPr lang="es-AR" altLang="en-US" sz="2300" i="1" kern="0">
                                <a:solidFill>
                                  <a:srgbClr val="000000"/>
                                </a:solidFill>
                                <a:latin typeface="Cambria Math" panose="02040503050406030204" pitchFamily="18" charset="0"/>
                              </a:rPr>
                            </m:ctrlPr>
                          </m:sSubPr>
                          <m:e>
                            <m:r>
                              <a:rPr lang="es-AR" altLang="en-US" sz="2300" i="1" kern="0">
                                <a:solidFill>
                                  <a:srgbClr val="000000"/>
                                </a:solidFill>
                                <a:latin typeface="Cambria Math" panose="02040503050406030204" pitchFamily="18" charset="0"/>
                              </a:rPr>
                              <m:t>𝑆</m:t>
                            </m:r>
                          </m:e>
                          <m:sub>
                            <m:r>
                              <a:rPr lang="es-AR" altLang="en-US" sz="2300" i="1" kern="0">
                                <a:solidFill>
                                  <a:srgbClr val="000000"/>
                                </a:solidFill>
                                <a:latin typeface="Cambria Math" panose="02040503050406030204" pitchFamily="18" charset="0"/>
                              </a:rPr>
                              <m:t>𝑢</m:t>
                            </m:r>
                          </m:sub>
                        </m:sSub>
                        <m:r>
                          <a:rPr lang="es-AR" altLang="en-US" sz="2300" i="1" kern="0">
                            <a:solidFill>
                              <a:srgbClr val="000000"/>
                            </a:solidFill>
                            <a:latin typeface="Cambria Math" panose="02040503050406030204" pitchFamily="18" charset="0"/>
                          </a:rPr>
                          <m:t>−</m:t>
                        </m:r>
                        <m:sSub>
                          <m:sSubPr>
                            <m:ctrlPr>
                              <a:rPr lang="es-AR" altLang="en-US" sz="2300" i="1" kern="0">
                                <a:solidFill>
                                  <a:srgbClr val="000000"/>
                                </a:solidFill>
                                <a:latin typeface="Cambria Math" panose="02040503050406030204" pitchFamily="18" charset="0"/>
                              </a:rPr>
                            </m:ctrlPr>
                          </m:sSubPr>
                          <m:e>
                            <m:r>
                              <a:rPr lang="es-AR" altLang="en-US" sz="2300" i="1" kern="0">
                                <a:solidFill>
                                  <a:srgbClr val="000000"/>
                                </a:solidFill>
                                <a:latin typeface="Cambria Math" panose="02040503050406030204" pitchFamily="18" charset="0"/>
                              </a:rPr>
                              <m:t>𝑆</m:t>
                            </m:r>
                          </m:e>
                          <m:sub>
                            <m:r>
                              <a:rPr lang="es-AR" altLang="en-US" sz="2300" i="1" kern="0">
                                <a:solidFill>
                                  <a:srgbClr val="000000"/>
                                </a:solidFill>
                                <a:latin typeface="Cambria Math" panose="02040503050406030204" pitchFamily="18" charset="0"/>
                              </a:rPr>
                              <m:t>𝑑</m:t>
                            </m:r>
                          </m:sub>
                        </m:sSub>
                      </m:den>
                    </m:f>
                  </m:oMath>
                </a14:m>
                <a:r>
                  <a:rPr lang="es-AR" altLang="en-US" sz="2300" kern="0" dirty="0">
                    <a:solidFill>
                      <a:srgbClr val="000000"/>
                    </a:solidFill>
                  </a:rPr>
                  <a:t> en el modelo binomial!</a:t>
                </a:r>
              </a:p>
            </p:txBody>
          </p:sp>
        </mc:Choice>
        <mc:Fallback xmlns="">
          <p:sp>
            <p:nvSpPr>
              <p:cNvPr id="7" name="Rectangle 3">
                <a:extLst>
                  <a:ext uri="{FF2B5EF4-FFF2-40B4-BE49-F238E27FC236}">
                    <a16:creationId xmlns:a16="http://schemas.microsoft.com/office/drawing/2014/main" id="{1E49DB00-3752-4571-A409-8E893F9126FC}"/>
                  </a:ext>
                </a:extLst>
              </p:cNvPr>
              <p:cNvSpPr txBox="1">
                <a:spLocks noRot="1" noChangeAspect="1" noMove="1" noResize="1" noEditPoints="1" noAdjustHandles="1" noChangeArrowheads="1" noChangeShapeType="1" noTextEdit="1"/>
              </p:cNvSpPr>
              <p:nvPr/>
            </p:nvSpPr>
            <p:spPr bwMode="auto">
              <a:xfrm>
                <a:off x="1814264" y="1340768"/>
                <a:ext cx="8602216" cy="5400600"/>
              </a:xfrm>
              <a:prstGeom prst="rect">
                <a:avLst/>
              </a:prstGeom>
              <a:blipFill>
                <a:blip r:embed="rId2"/>
                <a:stretch>
                  <a:fillRect l="-1063" t="-903" r="-49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8459524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A9C4E8-581A-4E73-B27B-71D0BD093319}"/>
              </a:ext>
            </a:extLst>
          </p:cNvPr>
          <p:cNvSpPr>
            <a:spLocks noGrp="1"/>
          </p:cNvSpPr>
          <p:nvPr>
            <p:ph type="sldNum" sz="quarter" idx="10"/>
          </p:nvPr>
        </p:nvSpPr>
        <p:spPr/>
        <p:txBody>
          <a:bodyPr/>
          <a:lstStyle/>
          <a:p>
            <a:pPr>
              <a:defRPr/>
            </a:pPr>
            <a:fld id="{095C3A6C-2EF2-4429-8171-61B701167257}" type="slidenum">
              <a:rPr lang="en-US" altLang="en-US" smtClean="0"/>
              <a:pPr>
                <a:defRPr/>
              </a:pPr>
              <a:t>31</a:t>
            </a:fld>
            <a:endParaRPr lang="en-US" altLang="en-US"/>
          </a:p>
        </p:txBody>
      </p:sp>
      <p:sp>
        <p:nvSpPr>
          <p:cNvPr id="3" name="Rectangle 2">
            <a:extLst>
              <a:ext uri="{FF2B5EF4-FFF2-40B4-BE49-F238E27FC236}">
                <a16:creationId xmlns:a16="http://schemas.microsoft.com/office/drawing/2014/main" id="{2C5010B1-A23D-46C3-A2F0-4934E81DD0DA}"/>
              </a:ext>
            </a:extLst>
          </p:cNvPr>
          <p:cNvSpPr txBox="1">
            <a:spLocks noChangeArrowheads="1"/>
          </p:cNvSpPr>
          <p:nvPr/>
        </p:nvSpPr>
        <p:spPr bwMode="auto">
          <a:xfrm>
            <a:off x="2458542" y="0"/>
            <a:ext cx="7381875"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ctr" anchorCtr="0" compatLnSpc="1">
            <a:prstTxWarp prst="textNoShape">
              <a:avLst/>
            </a:prstTxWarp>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defTabSz="4572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200" kern="0" dirty="0">
                <a:solidFill>
                  <a:srgbClr val="000000"/>
                </a:solidFill>
              </a:rPr>
              <a:t>Delta (2/3)</a:t>
            </a:r>
          </a:p>
        </p:txBody>
      </p:sp>
      <mc:AlternateContent xmlns:mc="http://schemas.openxmlformats.org/markup-compatibility/2006" xmlns:a14="http://schemas.microsoft.com/office/drawing/2010/main">
        <mc:Choice Requires="a14">
          <p:sp>
            <p:nvSpPr>
              <p:cNvPr id="7" name="Rectangle 3">
                <a:extLst>
                  <a:ext uri="{FF2B5EF4-FFF2-40B4-BE49-F238E27FC236}">
                    <a16:creationId xmlns:a16="http://schemas.microsoft.com/office/drawing/2014/main" id="{1E49DB00-3752-4571-A409-8E893F9126FC}"/>
                  </a:ext>
                </a:extLst>
              </p:cNvPr>
              <p:cNvSpPr txBox="1">
                <a:spLocks noChangeArrowheads="1"/>
              </p:cNvSpPr>
              <p:nvPr/>
            </p:nvSpPr>
            <p:spPr bwMode="auto">
              <a:xfrm>
                <a:off x="1847528" y="4255389"/>
                <a:ext cx="8568952" cy="198192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Char char="•"/>
                  <a:defRPr sz="3200">
                    <a:solidFill>
                      <a:srgbClr val="4D4D4D"/>
                    </a:solidFill>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Wingdings" panose="05000000000000000000" pitchFamily="2" charset="2"/>
                  <a:buChar char="Ø"/>
                  <a:defRPr sz="2800">
                    <a:solidFill>
                      <a:srgbClr val="4D4D4D"/>
                    </a:solidFill>
                    <a:latin typeface="+mn-lt"/>
                  </a:defRPr>
                </a:lvl2pPr>
                <a:lvl3pPr marL="1085850" indent="-228600" algn="l" rtl="0" eaLnBrk="0" fontAlgn="base" hangingPunct="0">
                  <a:spcBef>
                    <a:spcPct val="20000"/>
                  </a:spcBef>
                  <a:spcAft>
                    <a:spcPct val="0"/>
                  </a:spcAft>
                  <a:buClr>
                    <a:schemeClr val="folHlink"/>
                  </a:buClr>
                  <a:buSzPct val="75000"/>
                  <a:buFont typeface="Wingdings" panose="05000000000000000000" pitchFamily="2" charset="2"/>
                  <a:buChar char="w"/>
                  <a:defRPr sz="2400">
                    <a:solidFill>
                      <a:srgbClr val="4D4D4D"/>
                    </a:solidFill>
                    <a:latin typeface="+mn-lt"/>
                  </a:defRPr>
                </a:lvl3pPr>
                <a:lvl4pPr marL="1428750" indent="-228600" algn="l" rtl="0" eaLnBrk="0" fontAlgn="base" hangingPunct="0">
                  <a:spcBef>
                    <a:spcPct val="20000"/>
                  </a:spcBef>
                  <a:spcAft>
                    <a:spcPct val="0"/>
                  </a:spcAft>
                  <a:buClr>
                    <a:schemeClr val="folHlink"/>
                  </a:buClr>
                  <a:buSzPct val="75000"/>
                  <a:buFont typeface="Wingdings" panose="05000000000000000000" pitchFamily="2" charset="2"/>
                  <a:buChar char="§"/>
                  <a:defRPr sz="2000">
                    <a:solidFill>
                      <a:srgbClr val="4D4D4D"/>
                    </a:solidFill>
                    <a:latin typeface="+mn-lt"/>
                  </a:defRPr>
                </a:lvl4pPr>
                <a:lvl5pPr marL="1771650" indent="-228600" algn="l" rtl="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mn-lt"/>
                  </a:defRPr>
                </a:lvl5pPr>
                <a:lvl6pPr marL="22288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6pPr>
                <a:lvl7pPr marL="26860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7pPr>
                <a:lvl8pPr marL="31432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8pPr>
                <a:lvl9pPr marL="36004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9pPr>
              </a:lstStyle>
              <a:p>
                <a:pPr marL="0" indent="0">
                  <a:buNone/>
                </a:pPr>
                <a14:m>
                  <m:oMathPara xmlns:m="http://schemas.openxmlformats.org/officeDocument/2006/math">
                    <m:oMathParaPr>
                      <m:jc m:val="centerGroup"/>
                    </m:oMathParaPr>
                    <m:oMath xmlns:m="http://schemas.openxmlformats.org/officeDocument/2006/math">
                      <m:sSub>
                        <m:sSubPr>
                          <m:ctrlPr>
                            <a:rPr lang="es-AR" altLang="en-US" sz="2300" i="1" kern="0" dirty="0">
                              <a:solidFill>
                                <a:srgbClr val="000000"/>
                              </a:solidFill>
                              <a:latin typeface="Cambria Math" panose="02040503050406030204" pitchFamily="18" charset="0"/>
                            </a:rPr>
                          </m:ctrlPr>
                        </m:sSubPr>
                        <m:e>
                          <m:r>
                            <m:rPr>
                              <m:sty m:val="p"/>
                            </m:rPr>
                            <a:rPr lang="es-AR" altLang="en-US" sz="2300" kern="0" dirty="0">
                              <a:solidFill>
                                <a:srgbClr val="000000"/>
                              </a:solidFill>
                              <a:latin typeface="Cambria Math" panose="02040503050406030204" pitchFamily="18" charset="0"/>
                            </a:rPr>
                            <m:t>Δ</m:t>
                          </m:r>
                        </m:e>
                        <m:sub>
                          <m:r>
                            <a:rPr lang="es-AR" altLang="en-US" sz="2300" i="1" kern="0" dirty="0">
                              <a:solidFill>
                                <a:srgbClr val="000000"/>
                              </a:solidFill>
                              <a:latin typeface="Cambria Math" panose="02040503050406030204" pitchFamily="18" charset="0"/>
                            </a:rPr>
                            <m:t>𝐶</m:t>
                          </m:r>
                        </m:sub>
                      </m:sSub>
                      <m:r>
                        <a:rPr lang="en-US" altLang="en-US" sz="2300" i="1" kern="0" dirty="0">
                          <a:solidFill>
                            <a:srgbClr val="000000"/>
                          </a:solidFill>
                          <a:latin typeface="Cambria Math" panose="02040503050406030204" pitchFamily="18" charset="0"/>
                        </a:rPr>
                        <m:t>−</m:t>
                      </m:r>
                      <m:sSub>
                        <m:sSubPr>
                          <m:ctrlPr>
                            <a:rPr lang="es-AR" altLang="en-US" sz="2300" i="1" kern="0" dirty="0">
                              <a:solidFill>
                                <a:srgbClr val="000000"/>
                              </a:solidFill>
                              <a:latin typeface="Cambria Math" panose="02040503050406030204" pitchFamily="18" charset="0"/>
                            </a:rPr>
                          </m:ctrlPr>
                        </m:sSubPr>
                        <m:e>
                          <m:r>
                            <m:rPr>
                              <m:sty m:val="p"/>
                            </m:rPr>
                            <a:rPr lang="es-AR" altLang="en-US" sz="2300" kern="0" dirty="0">
                              <a:solidFill>
                                <a:srgbClr val="000000"/>
                              </a:solidFill>
                              <a:latin typeface="Cambria Math" panose="02040503050406030204" pitchFamily="18" charset="0"/>
                            </a:rPr>
                            <m:t>Δ</m:t>
                          </m:r>
                        </m:e>
                        <m:sub>
                          <m:r>
                            <a:rPr lang="es-AR" altLang="en-US" sz="2300" i="1" kern="0" dirty="0">
                              <a:solidFill>
                                <a:srgbClr val="000000"/>
                              </a:solidFill>
                              <a:latin typeface="Cambria Math" panose="02040503050406030204" pitchFamily="18" charset="0"/>
                            </a:rPr>
                            <m:t>𝑃</m:t>
                          </m:r>
                        </m:sub>
                      </m:sSub>
                      <m:r>
                        <a:rPr lang="es-AR" altLang="en-US" sz="2300" i="1" kern="0" dirty="0">
                          <a:solidFill>
                            <a:srgbClr val="000000"/>
                          </a:solidFill>
                          <a:latin typeface="Cambria Math" panose="02040503050406030204" pitchFamily="18" charset="0"/>
                        </a:rPr>
                        <m:t>=1</m:t>
                      </m:r>
                    </m:oMath>
                  </m:oMathPara>
                </a14:m>
                <a:endParaRPr lang="es-AR" altLang="en-US" sz="2300" kern="0" dirty="0">
                  <a:solidFill>
                    <a:srgbClr val="000000"/>
                  </a:solidFill>
                </a:endParaRPr>
              </a:p>
              <a:p>
                <a:r>
                  <a:rPr lang="es-AR" altLang="en-US" sz="2300" kern="0" dirty="0">
                    <a:solidFill>
                      <a:schemeClr val="tx1">
                        <a:lumMod val="60000"/>
                        <a:lumOff val="40000"/>
                      </a:schemeClr>
                    </a:solidFill>
                  </a:rPr>
                  <a:t>En Black Scholes</a:t>
                </a:r>
                <a:r>
                  <a:rPr lang="es-AR" altLang="en-US" sz="2300" kern="0" dirty="0">
                    <a:solidFill>
                      <a:srgbClr val="000000"/>
                    </a:solidFill>
                  </a:rPr>
                  <a:t>:</a:t>
                </a:r>
              </a:p>
              <a:p>
                <a:pPr marL="0" indent="0">
                  <a:buNone/>
                </a:pPr>
                <a14:m>
                  <m:oMathPara xmlns:m="http://schemas.openxmlformats.org/officeDocument/2006/math">
                    <m:oMathParaPr>
                      <m:jc m:val="centerGroup"/>
                    </m:oMathParaPr>
                    <m:oMath xmlns:m="http://schemas.openxmlformats.org/officeDocument/2006/math">
                      <m:sSub>
                        <m:sSubPr>
                          <m:ctrlPr>
                            <a:rPr lang="es-AR" altLang="en-US" sz="2300" i="1" kern="0">
                              <a:solidFill>
                                <a:srgbClr val="000000"/>
                              </a:solidFill>
                              <a:latin typeface="Cambria Math" panose="02040503050406030204" pitchFamily="18" charset="0"/>
                            </a:rPr>
                          </m:ctrlPr>
                        </m:sSubPr>
                        <m:e>
                          <m:r>
                            <m:rPr>
                              <m:sty m:val="p"/>
                            </m:rPr>
                            <a:rPr lang="es-AR" altLang="en-US" sz="2300" kern="0">
                              <a:solidFill>
                                <a:srgbClr val="000000"/>
                              </a:solidFill>
                              <a:latin typeface="Cambria Math" panose="02040503050406030204" pitchFamily="18" charset="0"/>
                            </a:rPr>
                            <m:t>Δ</m:t>
                          </m:r>
                        </m:e>
                        <m:sub>
                          <m:r>
                            <a:rPr lang="es-AR" altLang="en-US" sz="2300" i="1" kern="0">
                              <a:solidFill>
                                <a:srgbClr val="000000"/>
                              </a:solidFill>
                              <a:latin typeface="Cambria Math" panose="02040503050406030204" pitchFamily="18" charset="0"/>
                            </a:rPr>
                            <m:t>𝐶</m:t>
                          </m:r>
                        </m:sub>
                      </m:sSub>
                      <m:r>
                        <a:rPr lang="es-AR" altLang="en-US" sz="2300" i="1" kern="0">
                          <a:solidFill>
                            <a:srgbClr val="000000"/>
                          </a:solidFill>
                          <a:latin typeface="Cambria Math" panose="02040503050406030204" pitchFamily="18" charset="0"/>
                        </a:rPr>
                        <m:t>=</m:t>
                      </m:r>
                      <m:r>
                        <a:rPr lang="es-AR" altLang="en-US" sz="2300" i="1" kern="0">
                          <a:solidFill>
                            <a:srgbClr val="000000"/>
                          </a:solidFill>
                          <a:latin typeface="Cambria Math" panose="02040503050406030204" pitchFamily="18" charset="0"/>
                        </a:rPr>
                        <m:t>𝑁</m:t>
                      </m:r>
                      <m:d>
                        <m:dPr>
                          <m:ctrlPr>
                            <a:rPr lang="es-AR" altLang="en-US" sz="2300" i="1" kern="0">
                              <a:solidFill>
                                <a:srgbClr val="000000"/>
                              </a:solidFill>
                              <a:latin typeface="Cambria Math" panose="02040503050406030204" pitchFamily="18" charset="0"/>
                            </a:rPr>
                          </m:ctrlPr>
                        </m:dPr>
                        <m:e>
                          <m:sSup>
                            <m:sSupPr>
                              <m:ctrlPr>
                                <a:rPr lang="es-AR" altLang="en-US" sz="2300" i="1" kern="0">
                                  <a:solidFill>
                                    <a:srgbClr val="000000"/>
                                  </a:solidFill>
                                  <a:latin typeface="Cambria Math" panose="02040503050406030204" pitchFamily="18" charset="0"/>
                                </a:rPr>
                              </m:ctrlPr>
                            </m:sSupPr>
                            <m:e>
                              <m:r>
                                <a:rPr lang="es-AR" altLang="en-US" sz="2300" i="1" kern="0">
                                  <a:solidFill>
                                    <a:srgbClr val="000000"/>
                                  </a:solidFill>
                                  <a:latin typeface="Cambria Math" panose="02040503050406030204" pitchFamily="18" charset="0"/>
                                </a:rPr>
                                <m:t>𝑑</m:t>
                              </m:r>
                            </m:e>
                            <m:sup>
                              <m:r>
                                <a:rPr lang="es-AR" altLang="en-US" sz="2300" i="1" kern="0">
                                  <a:solidFill>
                                    <a:srgbClr val="000000"/>
                                  </a:solidFill>
                                  <a:latin typeface="Cambria Math" panose="02040503050406030204" pitchFamily="18" charset="0"/>
                                </a:rPr>
                                <m:t>+</m:t>
                              </m:r>
                            </m:sup>
                          </m:sSup>
                        </m:e>
                      </m:d>
                    </m:oMath>
                  </m:oMathPara>
                </a14:m>
                <a:endParaRPr lang="es-AR" altLang="en-US" sz="2300" i="1" kern="0" dirty="0">
                  <a:solidFill>
                    <a:srgbClr val="000000"/>
                  </a:solidFill>
                  <a:latin typeface="Cambria Math" panose="02040503050406030204" pitchFamily="18" charset="0"/>
                </a:endParaRPr>
              </a:p>
              <a:p>
                <a:pPr marL="0" indent="0">
                  <a:buNone/>
                </a:pPr>
                <a:endParaRPr lang="es-AR" altLang="en-US" sz="2300" i="1" kern="0" dirty="0">
                  <a:solidFill>
                    <a:srgbClr val="000000"/>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s-AR" altLang="en-US" sz="2300" i="1" kern="0">
                              <a:solidFill>
                                <a:srgbClr val="000000"/>
                              </a:solidFill>
                              <a:latin typeface="Cambria Math" panose="02040503050406030204" pitchFamily="18" charset="0"/>
                            </a:rPr>
                          </m:ctrlPr>
                        </m:sSubPr>
                        <m:e>
                          <m:r>
                            <m:rPr>
                              <m:sty m:val="p"/>
                            </m:rPr>
                            <a:rPr lang="es-AR" altLang="en-US" sz="2300" kern="0">
                              <a:solidFill>
                                <a:srgbClr val="000000"/>
                              </a:solidFill>
                              <a:latin typeface="Cambria Math" panose="02040503050406030204" pitchFamily="18" charset="0"/>
                            </a:rPr>
                            <m:t>Δ</m:t>
                          </m:r>
                        </m:e>
                        <m:sub>
                          <m:r>
                            <a:rPr lang="es-AR" altLang="en-US" sz="2300" i="1" kern="0">
                              <a:solidFill>
                                <a:srgbClr val="000000"/>
                              </a:solidFill>
                              <a:latin typeface="Cambria Math" panose="02040503050406030204" pitchFamily="18" charset="0"/>
                            </a:rPr>
                            <m:t>𝑃</m:t>
                          </m:r>
                        </m:sub>
                      </m:sSub>
                      <m:r>
                        <a:rPr lang="es-AR" altLang="en-US" sz="2300" i="1" kern="0">
                          <a:solidFill>
                            <a:srgbClr val="000000"/>
                          </a:solidFill>
                          <a:latin typeface="Cambria Math" panose="02040503050406030204" pitchFamily="18" charset="0"/>
                        </a:rPr>
                        <m:t>=</m:t>
                      </m:r>
                      <m:r>
                        <a:rPr lang="es-AR" altLang="en-US" sz="2300" i="1" kern="0">
                          <a:solidFill>
                            <a:srgbClr val="000000"/>
                          </a:solidFill>
                          <a:latin typeface="Cambria Math" panose="02040503050406030204" pitchFamily="18" charset="0"/>
                        </a:rPr>
                        <m:t>𝑁</m:t>
                      </m:r>
                      <m:d>
                        <m:dPr>
                          <m:ctrlPr>
                            <a:rPr lang="es-AR" altLang="en-US" sz="2300" i="1" kern="0">
                              <a:solidFill>
                                <a:srgbClr val="000000"/>
                              </a:solidFill>
                              <a:latin typeface="Cambria Math" panose="02040503050406030204" pitchFamily="18" charset="0"/>
                            </a:rPr>
                          </m:ctrlPr>
                        </m:dPr>
                        <m:e>
                          <m:sSup>
                            <m:sSupPr>
                              <m:ctrlPr>
                                <a:rPr lang="es-AR" altLang="en-US" sz="2300" i="1" kern="0">
                                  <a:solidFill>
                                    <a:srgbClr val="000000"/>
                                  </a:solidFill>
                                  <a:latin typeface="Cambria Math" panose="02040503050406030204" pitchFamily="18" charset="0"/>
                                </a:rPr>
                              </m:ctrlPr>
                            </m:sSupPr>
                            <m:e>
                              <m:r>
                                <a:rPr lang="es-AR" altLang="en-US" sz="2300" i="1" kern="0">
                                  <a:solidFill>
                                    <a:srgbClr val="000000"/>
                                  </a:solidFill>
                                  <a:latin typeface="Cambria Math" panose="02040503050406030204" pitchFamily="18" charset="0"/>
                                </a:rPr>
                                <m:t>𝑑</m:t>
                              </m:r>
                            </m:e>
                            <m:sup>
                              <m:r>
                                <a:rPr lang="es-AR" altLang="en-US" sz="2300" i="1" kern="0">
                                  <a:solidFill>
                                    <a:srgbClr val="000000"/>
                                  </a:solidFill>
                                  <a:latin typeface="Cambria Math" panose="02040503050406030204" pitchFamily="18" charset="0"/>
                                </a:rPr>
                                <m:t>+</m:t>
                              </m:r>
                            </m:sup>
                          </m:sSup>
                        </m:e>
                      </m:d>
                      <m:r>
                        <a:rPr lang="en-US" altLang="en-US" sz="2300" i="1" kern="0">
                          <a:solidFill>
                            <a:srgbClr val="000000"/>
                          </a:solidFill>
                          <a:latin typeface="Cambria Math" panose="02040503050406030204" pitchFamily="18" charset="0"/>
                        </a:rPr>
                        <m:t>+</m:t>
                      </m:r>
                      <m:r>
                        <a:rPr lang="es-AR" altLang="en-US" sz="2300" i="1" kern="0">
                          <a:solidFill>
                            <a:srgbClr val="000000"/>
                          </a:solidFill>
                          <a:latin typeface="Cambria Math" panose="02040503050406030204" pitchFamily="18" charset="0"/>
                        </a:rPr>
                        <m:t>1 </m:t>
                      </m:r>
                    </m:oMath>
                  </m:oMathPara>
                </a14:m>
                <a:endParaRPr lang="es-AR" altLang="en-US" sz="2300" kern="0" dirty="0">
                  <a:solidFill>
                    <a:srgbClr val="000000"/>
                  </a:solidFill>
                </a:endParaRPr>
              </a:p>
              <a:p>
                <a:endParaRPr lang="es-AR" altLang="en-US" sz="2300" kern="0" dirty="0">
                  <a:solidFill>
                    <a:srgbClr val="000000"/>
                  </a:solidFill>
                </a:endParaRPr>
              </a:p>
              <a:p>
                <a:endParaRPr lang="es-AR" altLang="en-US" sz="2300" kern="0" dirty="0">
                  <a:solidFill>
                    <a:srgbClr val="000000"/>
                  </a:solidFill>
                </a:endParaRPr>
              </a:p>
              <a:p>
                <a:pPr marL="0" indent="0">
                  <a:buNone/>
                </a:pPr>
                <a:endParaRPr lang="es-AR" altLang="en-US" sz="2300" kern="0" dirty="0">
                  <a:solidFill>
                    <a:srgbClr val="000000"/>
                  </a:solidFill>
                </a:endParaRPr>
              </a:p>
              <a:p>
                <a:pPr marL="0" indent="0">
                  <a:buNone/>
                </a:pPr>
                <a:endParaRPr lang="es-AR" altLang="en-US" sz="2300" kern="0" dirty="0">
                  <a:solidFill>
                    <a:srgbClr val="000000"/>
                  </a:solidFill>
                </a:endParaRPr>
              </a:p>
              <a:p>
                <a:pPr marL="0" indent="0">
                  <a:buNone/>
                </a:pPr>
                <a:endParaRPr lang="es-AR" altLang="en-US" sz="2300" kern="0" dirty="0">
                  <a:solidFill>
                    <a:srgbClr val="000000"/>
                  </a:solidFill>
                </a:endParaRPr>
              </a:p>
              <a:p>
                <a:pPr marL="0" indent="0">
                  <a:buNone/>
                </a:pPr>
                <a:endParaRPr lang="es-AR" altLang="en-US" sz="2300" kern="0" dirty="0">
                  <a:solidFill>
                    <a:srgbClr val="000000"/>
                  </a:solidFill>
                </a:endParaRPr>
              </a:p>
            </p:txBody>
          </p:sp>
        </mc:Choice>
        <mc:Fallback xmlns="">
          <p:sp>
            <p:nvSpPr>
              <p:cNvPr id="7" name="Rectangle 3">
                <a:extLst>
                  <a:ext uri="{FF2B5EF4-FFF2-40B4-BE49-F238E27FC236}">
                    <a16:creationId xmlns:a16="http://schemas.microsoft.com/office/drawing/2014/main" id="{1E49DB00-3752-4571-A409-8E893F9126FC}"/>
                  </a:ext>
                </a:extLst>
              </p:cNvPr>
              <p:cNvSpPr txBox="1">
                <a:spLocks noRot="1" noChangeAspect="1" noMove="1" noResize="1" noEditPoints="1" noAdjustHandles="1" noChangeArrowheads="1" noChangeShapeType="1" noTextEdit="1"/>
              </p:cNvSpPr>
              <p:nvPr/>
            </p:nvSpPr>
            <p:spPr bwMode="auto">
              <a:xfrm>
                <a:off x="1847528" y="4255389"/>
                <a:ext cx="8568952" cy="1981923"/>
              </a:xfrm>
              <a:prstGeom prst="rect">
                <a:avLst/>
              </a:prstGeom>
              <a:blipFill>
                <a:blip r:embed="rId2"/>
                <a:stretch>
                  <a:fillRect l="-1067" b="-61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5124" name="Picture 4" descr="Resultado de imagen para Delta put options">
            <a:extLst>
              <a:ext uri="{FF2B5EF4-FFF2-40B4-BE49-F238E27FC236}">
                <a16:creationId xmlns:a16="http://schemas.microsoft.com/office/drawing/2014/main" id="{DC1191A1-E427-4F0C-806D-62F5482B16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9696" y="1268761"/>
            <a:ext cx="4645868" cy="2986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35438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A9C4E8-581A-4E73-B27B-71D0BD093319}"/>
              </a:ext>
            </a:extLst>
          </p:cNvPr>
          <p:cNvSpPr>
            <a:spLocks noGrp="1"/>
          </p:cNvSpPr>
          <p:nvPr>
            <p:ph type="sldNum" sz="quarter" idx="10"/>
          </p:nvPr>
        </p:nvSpPr>
        <p:spPr/>
        <p:txBody>
          <a:bodyPr/>
          <a:lstStyle/>
          <a:p>
            <a:pPr>
              <a:defRPr/>
            </a:pPr>
            <a:fld id="{095C3A6C-2EF2-4429-8171-61B701167257}" type="slidenum">
              <a:rPr lang="en-US" altLang="en-US" smtClean="0"/>
              <a:pPr>
                <a:defRPr/>
              </a:pPr>
              <a:t>32</a:t>
            </a:fld>
            <a:endParaRPr lang="en-US" altLang="en-US"/>
          </a:p>
        </p:txBody>
      </p:sp>
      <p:sp>
        <p:nvSpPr>
          <p:cNvPr id="3" name="Rectangle 2">
            <a:extLst>
              <a:ext uri="{FF2B5EF4-FFF2-40B4-BE49-F238E27FC236}">
                <a16:creationId xmlns:a16="http://schemas.microsoft.com/office/drawing/2014/main" id="{2C5010B1-A23D-46C3-A2F0-4934E81DD0DA}"/>
              </a:ext>
            </a:extLst>
          </p:cNvPr>
          <p:cNvSpPr txBox="1">
            <a:spLocks noChangeArrowheads="1"/>
          </p:cNvSpPr>
          <p:nvPr/>
        </p:nvSpPr>
        <p:spPr bwMode="auto">
          <a:xfrm>
            <a:off x="2458542" y="0"/>
            <a:ext cx="7381875"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ctr" anchorCtr="0" compatLnSpc="1">
            <a:prstTxWarp prst="textNoShape">
              <a:avLst/>
            </a:prstTxWarp>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defTabSz="4572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200" kern="0" dirty="0">
                <a:solidFill>
                  <a:srgbClr val="000000"/>
                </a:solidFill>
              </a:rPr>
              <a:t>Delta (3/3)</a:t>
            </a:r>
          </a:p>
        </p:txBody>
      </p:sp>
      <p:pic>
        <p:nvPicPr>
          <p:cNvPr id="4" name="Picture 3">
            <a:extLst>
              <a:ext uri="{FF2B5EF4-FFF2-40B4-BE49-F238E27FC236}">
                <a16:creationId xmlns:a16="http://schemas.microsoft.com/office/drawing/2014/main" id="{9410ADF5-661B-45C5-B214-1812EA400ED4}"/>
              </a:ext>
            </a:extLst>
          </p:cNvPr>
          <p:cNvPicPr>
            <a:picLocks noChangeAspect="1"/>
          </p:cNvPicPr>
          <p:nvPr/>
        </p:nvPicPr>
        <p:blipFill>
          <a:blip r:embed="rId2"/>
          <a:stretch>
            <a:fillRect/>
          </a:stretch>
        </p:blipFill>
        <p:spPr>
          <a:xfrm>
            <a:off x="2135560" y="1268760"/>
            <a:ext cx="8100392" cy="5016298"/>
          </a:xfrm>
          <a:prstGeom prst="rect">
            <a:avLst/>
          </a:prstGeom>
        </p:spPr>
      </p:pic>
    </p:spTree>
    <p:extLst>
      <p:ext uri="{BB962C8B-B14F-4D97-AF65-F5344CB8AC3E}">
        <p14:creationId xmlns:p14="http://schemas.microsoft.com/office/powerpoint/2010/main" val="17441301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A9C4E8-581A-4E73-B27B-71D0BD093319}"/>
              </a:ext>
            </a:extLst>
          </p:cNvPr>
          <p:cNvSpPr>
            <a:spLocks noGrp="1"/>
          </p:cNvSpPr>
          <p:nvPr>
            <p:ph type="sldNum" sz="quarter" idx="10"/>
          </p:nvPr>
        </p:nvSpPr>
        <p:spPr/>
        <p:txBody>
          <a:bodyPr/>
          <a:lstStyle/>
          <a:p>
            <a:pPr>
              <a:defRPr/>
            </a:pPr>
            <a:fld id="{095C3A6C-2EF2-4429-8171-61B701167257}" type="slidenum">
              <a:rPr lang="en-US" altLang="en-US" smtClean="0"/>
              <a:pPr>
                <a:defRPr/>
              </a:pPr>
              <a:t>33</a:t>
            </a:fld>
            <a:endParaRPr lang="en-US" altLang="en-US"/>
          </a:p>
        </p:txBody>
      </p:sp>
      <p:sp>
        <p:nvSpPr>
          <p:cNvPr id="3" name="Rectangle 2">
            <a:extLst>
              <a:ext uri="{FF2B5EF4-FFF2-40B4-BE49-F238E27FC236}">
                <a16:creationId xmlns:a16="http://schemas.microsoft.com/office/drawing/2014/main" id="{2C5010B1-A23D-46C3-A2F0-4934E81DD0DA}"/>
              </a:ext>
            </a:extLst>
          </p:cNvPr>
          <p:cNvSpPr txBox="1">
            <a:spLocks noChangeArrowheads="1"/>
          </p:cNvSpPr>
          <p:nvPr/>
        </p:nvSpPr>
        <p:spPr bwMode="auto">
          <a:xfrm>
            <a:off x="2458542" y="0"/>
            <a:ext cx="7381875"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ctr" anchorCtr="0" compatLnSpc="1">
            <a:prstTxWarp prst="textNoShape">
              <a:avLst/>
            </a:prstTxWarp>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defTabSz="4572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200" kern="0" dirty="0">
                <a:solidFill>
                  <a:srgbClr val="000000"/>
                </a:solidFill>
              </a:rPr>
              <a:t>Más </a:t>
            </a:r>
            <a:r>
              <a:rPr lang="en-GB" altLang="en-US" sz="3200" kern="0" dirty="0" err="1">
                <a:solidFill>
                  <a:srgbClr val="000000"/>
                </a:solidFill>
              </a:rPr>
              <a:t>griegas</a:t>
            </a:r>
            <a:endParaRPr lang="en-GB" altLang="en-US" sz="3200" kern="0" dirty="0">
              <a:solidFill>
                <a:srgbClr val="000000"/>
              </a:solidFill>
            </a:endParaRPr>
          </a:p>
        </p:txBody>
      </p:sp>
      <p:sp>
        <p:nvSpPr>
          <p:cNvPr id="7" name="Rectangle 3">
            <a:extLst>
              <a:ext uri="{FF2B5EF4-FFF2-40B4-BE49-F238E27FC236}">
                <a16:creationId xmlns:a16="http://schemas.microsoft.com/office/drawing/2014/main" id="{1E49DB00-3752-4571-A409-8E893F9126FC}"/>
              </a:ext>
            </a:extLst>
          </p:cNvPr>
          <p:cNvSpPr txBox="1">
            <a:spLocks noChangeArrowheads="1"/>
          </p:cNvSpPr>
          <p:nvPr/>
        </p:nvSpPr>
        <p:spPr bwMode="auto">
          <a:xfrm>
            <a:off x="1814264" y="1125538"/>
            <a:ext cx="8602216" cy="511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Char char="•"/>
              <a:defRPr sz="3200">
                <a:solidFill>
                  <a:srgbClr val="4D4D4D"/>
                </a:solidFill>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Wingdings" panose="05000000000000000000" pitchFamily="2" charset="2"/>
              <a:buChar char="Ø"/>
              <a:defRPr sz="2800">
                <a:solidFill>
                  <a:srgbClr val="4D4D4D"/>
                </a:solidFill>
                <a:latin typeface="+mn-lt"/>
              </a:defRPr>
            </a:lvl2pPr>
            <a:lvl3pPr marL="1085850" indent="-228600" algn="l" rtl="0" eaLnBrk="0" fontAlgn="base" hangingPunct="0">
              <a:spcBef>
                <a:spcPct val="20000"/>
              </a:spcBef>
              <a:spcAft>
                <a:spcPct val="0"/>
              </a:spcAft>
              <a:buClr>
                <a:schemeClr val="folHlink"/>
              </a:buClr>
              <a:buSzPct val="75000"/>
              <a:buFont typeface="Wingdings" panose="05000000000000000000" pitchFamily="2" charset="2"/>
              <a:buChar char="w"/>
              <a:defRPr sz="2400">
                <a:solidFill>
                  <a:srgbClr val="4D4D4D"/>
                </a:solidFill>
                <a:latin typeface="+mn-lt"/>
              </a:defRPr>
            </a:lvl3pPr>
            <a:lvl4pPr marL="1428750" indent="-228600" algn="l" rtl="0" eaLnBrk="0" fontAlgn="base" hangingPunct="0">
              <a:spcBef>
                <a:spcPct val="20000"/>
              </a:spcBef>
              <a:spcAft>
                <a:spcPct val="0"/>
              </a:spcAft>
              <a:buClr>
                <a:schemeClr val="folHlink"/>
              </a:buClr>
              <a:buSzPct val="75000"/>
              <a:buFont typeface="Wingdings" panose="05000000000000000000" pitchFamily="2" charset="2"/>
              <a:buChar char="§"/>
              <a:defRPr sz="2000">
                <a:solidFill>
                  <a:srgbClr val="4D4D4D"/>
                </a:solidFill>
                <a:latin typeface="+mn-lt"/>
              </a:defRPr>
            </a:lvl4pPr>
            <a:lvl5pPr marL="1771650" indent="-228600" algn="l" rtl="0" eaLnBrk="0" fontAlgn="base" hangingPunct="0">
              <a:spcBef>
                <a:spcPct val="20000"/>
              </a:spcBef>
              <a:spcAft>
                <a:spcPct val="0"/>
              </a:spcAft>
              <a:buClr>
                <a:schemeClr val="folHlink"/>
              </a:buClr>
              <a:buFont typeface="Times New Roman" panose="02020603050405020304" pitchFamily="18" charset="0"/>
              <a:buChar char="-"/>
              <a:defRPr sz="2000">
                <a:solidFill>
                  <a:srgbClr val="4D4D4D"/>
                </a:solidFill>
                <a:latin typeface="+mn-lt"/>
              </a:defRPr>
            </a:lvl5pPr>
            <a:lvl6pPr marL="22288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6pPr>
            <a:lvl7pPr marL="26860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7pPr>
            <a:lvl8pPr marL="31432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8pPr>
            <a:lvl9pPr marL="3600450" indent="-228600" algn="l" rtl="0" fontAlgn="base">
              <a:spcBef>
                <a:spcPct val="20000"/>
              </a:spcBef>
              <a:spcAft>
                <a:spcPct val="0"/>
              </a:spcAft>
              <a:buClr>
                <a:schemeClr val="folHlink"/>
              </a:buClr>
              <a:buFont typeface="Times New Roman" pitchFamily="18" charset="0"/>
              <a:buChar char="-"/>
              <a:defRPr sz="2000">
                <a:solidFill>
                  <a:srgbClr val="4D4D4D"/>
                </a:solidFill>
                <a:latin typeface="+mn-lt"/>
              </a:defRPr>
            </a:lvl9pPr>
          </a:lstStyle>
          <a:p>
            <a:r>
              <a:rPr lang="es-AR" altLang="en-US" sz="2300" kern="0" dirty="0">
                <a:solidFill>
                  <a:schemeClr val="tx1">
                    <a:lumMod val="60000"/>
                    <a:lumOff val="40000"/>
                  </a:schemeClr>
                </a:solidFill>
              </a:rPr>
              <a:t>Gamma</a:t>
            </a:r>
            <a:r>
              <a:rPr lang="es-AR" altLang="en-US" sz="2300" kern="0" dirty="0">
                <a:solidFill>
                  <a:srgbClr val="000000"/>
                </a:solidFill>
              </a:rPr>
              <a:t>: El “</a:t>
            </a:r>
            <a:r>
              <a:rPr lang="es-AR" altLang="en-US" sz="2300" i="1" kern="0" dirty="0">
                <a:solidFill>
                  <a:srgbClr val="000000"/>
                </a:solidFill>
              </a:rPr>
              <a:t>delta del delta</a:t>
            </a:r>
            <a:r>
              <a:rPr lang="es-AR" altLang="en-US" sz="2300" kern="0" dirty="0">
                <a:solidFill>
                  <a:srgbClr val="000000"/>
                </a:solidFill>
              </a:rPr>
              <a:t>” o la razón de cambio con la que varía Delta con respecto al subyacente. Mide la curvatura, convexidad del derivado. Es un proxy para el riesgo del activo con respecto al subyacente. Tiene su máximo en ATM </a:t>
            </a:r>
          </a:p>
          <a:p>
            <a:r>
              <a:rPr lang="es-AR" altLang="en-US" sz="2300" kern="0" dirty="0">
                <a:solidFill>
                  <a:schemeClr val="tx1">
                    <a:lumMod val="60000"/>
                    <a:lumOff val="40000"/>
                  </a:schemeClr>
                </a:solidFill>
              </a:rPr>
              <a:t>Vega: </a:t>
            </a:r>
            <a:r>
              <a:rPr lang="es-ES" altLang="en-US" sz="2300" kern="0" dirty="0">
                <a:solidFill>
                  <a:srgbClr val="000000"/>
                </a:solidFill>
              </a:rPr>
              <a:t>es la razón de cambio con el que cambia el precio del contrato de la opción al tener un cambio de 1% en la volatilidad. Vega es positivo para </a:t>
            </a:r>
            <a:r>
              <a:rPr lang="es-ES" altLang="en-US" sz="2300" i="1" kern="0" dirty="0" err="1">
                <a:solidFill>
                  <a:srgbClr val="000000"/>
                </a:solidFill>
              </a:rPr>
              <a:t>puts</a:t>
            </a:r>
            <a:r>
              <a:rPr lang="es-ES" altLang="en-US" sz="2300" kern="0" dirty="0">
                <a:solidFill>
                  <a:srgbClr val="000000"/>
                </a:solidFill>
              </a:rPr>
              <a:t> y </a:t>
            </a:r>
            <a:r>
              <a:rPr lang="es-ES" altLang="en-US" sz="2300" i="1" kern="0" dirty="0" err="1">
                <a:solidFill>
                  <a:srgbClr val="000000"/>
                </a:solidFill>
              </a:rPr>
              <a:t>calls</a:t>
            </a:r>
            <a:r>
              <a:rPr lang="es-ES" altLang="en-US" sz="2300" kern="0" dirty="0">
                <a:solidFill>
                  <a:srgbClr val="000000"/>
                </a:solidFill>
              </a:rPr>
              <a:t>, ya que un aumento de la volatilidad hace aumentar los valores de estos. Máximo en ATM.</a:t>
            </a:r>
          </a:p>
          <a:p>
            <a:r>
              <a:rPr lang="es-ES" altLang="en-US" sz="2300" kern="0" dirty="0">
                <a:solidFill>
                  <a:schemeClr val="tx1">
                    <a:lumMod val="60000"/>
                    <a:lumOff val="40000"/>
                  </a:schemeClr>
                </a:solidFill>
              </a:rPr>
              <a:t>Theta: </a:t>
            </a:r>
            <a:r>
              <a:rPr lang="es-ES" altLang="en-US" sz="2300" kern="0" dirty="0">
                <a:solidFill>
                  <a:srgbClr val="000000"/>
                </a:solidFill>
              </a:rPr>
              <a:t>es la razón de cambio con la que se deprecia el valor del contrato de la opción por día a medida que transcurre el tiempo. Esta se escribe con signo negativo ya que se considera una pérdida de dinero a medida que pasa el tiempo.</a:t>
            </a:r>
          </a:p>
          <a:p>
            <a:r>
              <a:rPr lang="es-ES" altLang="en-US" sz="2300" kern="0" dirty="0">
                <a:solidFill>
                  <a:schemeClr val="tx1">
                    <a:lumMod val="60000"/>
                    <a:lumOff val="40000"/>
                  </a:schemeClr>
                </a:solidFill>
              </a:rPr>
              <a:t>Rho: </a:t>
            </a:r>
            <a:r>
              <a:rPr lang="es-ES" altLang="en-US" sz="2300" kern="0" dirty="0">
                <a:solidFill>
                  <a:srgbClr val="000000"/>
                </a:solidFill>
              </a:rPr>
              <a:t>Muestra la sensibilidad del cambio en el valor del precio de una opción según varié las tasas de interés</a:t>
            </a:r>
            <a:endParaRPr lang="es-AR" altLang="en-US" sz="2300" kern="0" dirty="0">
              <a:solidFill>
                <a:srgbClr val="000000"/>
              </a:solidFill>
            </a:endParaRPr>
          </a:p>
          <a:p>
            <a:endParaRPr lang="es-AR" altLang="en-US" sz="2300" kern="0" dirty="0">
              <a:solidFill>
                <a:srgbClr val="000000"/>
              </a:solidFill>
            </a:endParaRPr>
          </a:p>
          <a:p>
            <a:pPr marL="0" indent="0">
              <a:buNone/>
            </a:pPr>
            <a:endParaRPr lang="es-AR" altLang="en-US" sz="2300" kern="0" dirty="0">
              <a:solidFill>
                <a:srgbClr val="000000"/>
              </a:solidFill>
            </a:endParaRPr>
          </a:p>
          <a:p>
            <a:pPr marL="0" indent="0">
              <a:buNone/>
            </a:pPr>
            <a:endParaRPr lang="es-AR" altLang="en-US" sz="2300" kern="0" dirty="0">
              <a:solidFill>
                <a:srgbClr val="000000"/>
              </a:solidFill>
            </a:endParaRPr>
          </a:p>
          <a:p>
            <a:pPr marL="0" indent="0">
              <a:buNone/>
            </a:pPr>
            <a:endParaRPr lang="es-AR" altLang="en-US" sz="2300" kern="0" dirty="0">
              <a:solidFill>
                <a:srgbClr val="000000"/>
              </a:solidFill>
            </a:endParaRPr>
          </a:p>
          <a:p>
            <a:pPr marL="0" indent="0">
              <a:buNone/>
            </a:pPr>
            <a:endParaRPr lang="es-AR" altLang="en-US" sz="2300" kern="0" dirty="0">
              <a:solidFill>
                <a:srgbClr val="000000"/>
              </a:solidFill>
            </a:endParaRPr>
          </a:p>
        </p:txBody>
      </p:sp>
    </p:spTree>
    <p:extLst>
      <p:ext uri="{BB962C8B-B14F-4D97-AF65-F5344CB8AC3E}">
        <p14:creationId xmlns:p14="http://schemas.microsoft.com/office/powerpoint/2010/main" val="8643314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A9C4E8-581A-4E73-B27B-71D0BD093319}"/>
              </a:ext>
            </a:extLst>
          </p:cNvPr>
          <p:cNvSpPr>
            <a:spLocks noGrp="1"/>
          </p:cNvSpPr>
          <p:nvPr>
            <p:ph type="sldNum" sz="quarter" idx="10"/>
          </p:nvPr>
        </p:nvSpPr>
        <p:spPr/>
        <p:txBody>
          <a:bodyPr/>
          <a:lstStyle/>
          <a:p>
            <a:pPr>
              <a:defRPr/>
            </a:pPr>
            <a:fld id="{095C3A6C-2EF2-4429-8171-61B701167257}" type="slidenum">
              <a:rPr lang="en-US" altLang="en-US" smtClean="0"/>
              <a:pPr>
                <a:defRPr/>
              </a:pPr>
              <a:t>34</a:t>
            </a:fld>
            <a:endParaRPr lang="en-US" altLang="en-US"/>
          </a:p>
        </p:txBody>
      </p:sp>
      <p:sp>
        <p:nvSpPr>
          <p:cNvPr id="3" name="Rectangle 2">
            <a:extLst>
              <a:ext uri="{FF2B5EF4-FFF2-40B4-BE49-F238E27FC236}">
                <a16:creationId xmlns:a16="http://schemas.microsoft.com/office/drawing/2014/main" id="{2C5010B1-A23D-46C3-A2F0-4934E81DD0DA}"/>
              </a:ext>
            </a:extLst>
          </p:cNvPr>
          <p:cNvSpPr txBox="1">
            <a:spLocks noChangeArrowheads="1"/>
          </p:cNvSpPr>
          <p:nvPr/>
        </p:nvSpPr>
        <p:spPr bwMode="auto">
          <a:xfrm>
            <a:off x="2458542" y="0"/>
            <a:ext cx="7381875"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ctr" anchorCtr="0" compatLnSpc="1">
            <a:prstTxWarp prst="textNoShape">
              <a:avLst/>
            </a:prstTxWarp>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defTabSz="4572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200" kern="0" dirty="0" err="1">
                <a:solidFill>
                  <a:srgbClr val="000000"/>
                </a:solidFill>
              </a:rPr>
              <a:t>Griegas</a:t>
            </a:r>
            <a:r>
              <a:rPr lang="en-GB" altLang="en-US" sz="3200" kern="0" dirty="0">
                <a:solidFill>
                  <a:srgbClr val="000000"/>
                </a:solidFill>
              </a:rPr>
              <a:t> </a:t>
            </a:r>
            <a:r>
              <a:rPr lang="en-GB" altLang="en-US" sz="3200" kern="0" dirty="0" err="1">
                <a:solidFill>
                  <a:srgbClr val="000000"/>
                </a:solidFill>
              </a:rPr>
              <a:t>en</a:t>
            </a:r>
            <a:r>
              <a:rPr lang="en-GB" altLang="en-US" sz="3200" kern="0" dirty="0">
                <a:solidFill>
                  <a:srgbClr val="000000"/>
                </a:solidFill>
              </a:rPr>
              <a:t> Black Scholes</a:t>
            </a:r>
          </a:p>
        </p:txBody>
      </p:sp>
      <p:pic>
        <p:nvPicPr>
          <p:cNvPr id="6152" name="Picture 8" descr="Resultado de imagen para greeks black scholes">
            <a:extLst>
              <a:ext uri="{FF2B5EF4-FFF2-40B4-BE49-F238E27FC236}">
                <a16:creationId xmlns:a16="http://schemas.microsoft.com/office/drawing/2014/main" id="{21187739-2E73-4F84-BC76-71CA358C13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7690" y="1268761"/>
            <a:ext cx="7796620" cy="423981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21D8A63-2587-45D7-AF83-149B3A36A554}"/>
                  </a:ext>
                </a:extLst>
              </p:cNvPr>
              <p:cNvSpPr txBox="1"/>
              <p:nvPr/>
            </p:nvSpPr>
            <p:spPr>
              <a:xfrm>
                <a:off x="1596008" y="5589241"/>
                <a:ext cx="9252520" cy="723275"/>
              </a:xfrm>
              <a:prstGeom prst="rect">
                <a:avLst/>
              </a:prstGeom>
              <a:noFill/>
            </p:spPr>
            <p:txBody>
              <a:bodyPr wrap="square" rtlCol="0">
                <a:spAutoFit/>
              </a:bodyPr>
              <a:lstStyle/>
              <a:p>
                <a:r>
                  <a:rPr lang="es-AR" sz="2300" dirty="0">
                    <a:solidFill>
                      <a:srgbClr val="000000"/>
                    </a:solidFill>
                    <a:latin typeface="+mj-lt"/>
                  </a:rPr>
                  <a:t>Donde: </a:t>
                </a:r>
                <a14:m>
                  <m:oMath xmlns:m="http://schemas.openxmlformats.org/officeDocument/2006/math">
                    <m:r>
                      <a:rPr lang="es-AR" sz="2300" i="1" dirty="0">
                        <a:solidFill>
                          <a:srgbClr val="000000"/>
                        </a:solidFill>
                        <a:latin typeface="Cambria Math" panose="02040503050406030204" pitchFamily="18" charset="0"/>
                      </a:rPr>
                      <m:t>𝑋</m:t>
                    </m:r>
                  </m:oMath>
                </a14:m>
                <a:r>
                  <a:rPr lang="es-AR" sz="2300" dirty="0">
                    <a:solidFill>
                      <a:srgbClr val="000000"/>
                    </a:solidFill>
                    <a:latin typeface="+mj-lt"/>
                  </a:rPr>
                  <a:t> es el precio de ejercicio (</a:t>
                </a:r>
                <a14:m>
                  <m:oMath xmlns:m="http://schemas.openxmlformats.org/officeDocument/2006/math">
                    <m:r>
                      <a:rPr lang="es-AR" sz="2300" i="1" dirty="0">
                        <a:solidFill>
                          <a:srgbClr val="000000"/>
                        </a:solidFill>
                        <a:latin typeface="Cambria Math" panose="02040503050406030204" pitchFamily="18" charset="0"/>
                      </a:rPr>
                      <m:t>𝐾</m:t>
                    </m:r>
                  </m:oMath>
                </a14:m>
                <a:r>
                  <a:rPr lang="es-AR" sz="2300" dirty="0">
                    <a:solidFill>
                      <a:srgbClr val="000000"/>
                    </a:solidFill>
                    <a:latin typeface="+mj-lt"/>
                  </a:rPr>
                  <a:t>), </a:t>
                </a:r>
                <a14:m>
                  <m:oMath xmlns:m="http://schemas.openxmlformats.org/officeDocument/2006/math">
                    <m:r>
                      <a:rPr lang="es-AR" sz="2300" i="1" dirty="0">
                        <a:solidFill>
                          <a:srgbClr val="000000"/>
                        </a:solidFill>
                        <a:latin typeface="Cambria Math" panose="02040503050406030204" pitchFamily="18" charset="0"/>
                      </a:rPr>
                      <m:t>𝜏</m:t>
                    </m:r>
                  </m:oMath>
                </a14:m>
                <a:r>
                  <a:rPr lang="es-AR" sz="2300" dirty="0">
                    <a:solidFill>
                      <a:srgbClr val="000000"/>
                    </a:solidFill>
                    <a:latin typeface="+mj-lt"/>
                  </a:rPr>
                  <a:t> es el tiempo a vencimiento. (</a:t>
                </a:r>
                <a14:m>
                  <m:oMath xmlns:m="http://schemas.openxmlformats.org/officeDocument/2006/math">
                    <m:r>
                      <a:rPr lang="es-AR" sz="2300" i="1" dirty="0">
                        <a:solidFill>
                          <a:srgbClr val="000000"/>
                        </a:solidFill>
                        <a:latin typeface="Cambria Math" panose="02040503050406030204" pitchFamily="18" charset="0"/>
                      </a:rPr>
                      <m:t>𝑇</m:t>
                    </m:r>
                    <m:r>
                      <a:rPr lang="es-AR" sz="2300" i="1" dirty="0">
                        <a:solidFill>
                          <a:srgbClr val="000000"/>
                        </a:solidFill>
                        <a:latin typeface="Cambria Math" panose="02040503050406030204" pitchFamily="18" charset="0"/>
                      </a:rPr>
                      <m:t>−</m:t>
                    </m:r>
                    <m:r>
                      <a:rPr lang="es-AR" sz="2300" i="1" dirty="0">
                        <a:solidFill>
                          <a:srgbClr val="000000"/>
                        </a:solidFill>
                        <a:latin typeface="Cambria Math" panose="02040503050406030204" pitchFamily="18" charset="0"/>
                      </a:rPr>
                      <m:t>𝑡</m:t>
                    </m:r>
                  </m:oMath>
                </a14:m>
                <a:r>
                  <a:rPr lang="es-AR" sz="2300" dirty="0">
                    <a:solidFill>
                      <a:srgbClr val="000000"/>
                    </a:solidFill>
                    <a:latin typeface="+mj-lt"/>
                  </a:rPr>
                  <a:t>)</a:t>
                </a:r>
              </a:p>
              <a:p>
                <a:endParaRPr lang="en-US" dirty="0"/>
              </a:p>
            </p:txBody>
          </p:sp>
        </mc:Choice>
        <mc:Fallback xmlns="">
          <p:sp>
            <p:nvSpPr>
              <p:cNvPr id="5" name="TextBox 4">
                <a:extLst>
                  <a:ext uri="{FF2B5EF4-FFF2-40B4-BE49-F238E27FC236}">
                    <a16:creationId xmlns:a16="http://schemas.microsoft.com/office/drawing/2014/main" id="{C21D8A63-2587-45D7-AF83-149B3A36A554}"/>
                  </a:ext>
                </a:extLst>
              </p:cNvPr>
              <p:cNvSpPr txBox="1">
                <a:spLocks noRot="1" noChangeAspect="1" noMove="1" noResize="1" noEditPoints="1" noAdjustHandles="1" noChangeArrowheads="1" noChangeShapeType="1" noTextEdit="1"/>
              </p:cNvSpPr>
              <p:nvPr/>
            </p:nvSpPr>
            <p:spPr>
              <a:xfrm>
                <a:off x="1596008" y="5589241"/>
                <a:ext cx="9252520" cy="723275"/>
              </a:xfrm>
              <a:prstGeom prst="rect">
                <a:avLst/>
              </a:prstGeom>
              <a:blipFill>
                <a:blip r:embed="rId3"/>
                <a:stretch>
                  <a:fillRect l="-988" t="-6723"/>
                </a:stretch>
              </a:blipFill>
            </p:spPr>
            <p:txBody>
              <a:bodyPr/>
              <a:lstStyle/>
              <a:p>
                <a:r>
                  <a:rPr lang="en-US">
                    <a:noFill/>
                  </a:rPr>
                  <a:t> </a:t>
                </a:r>
              </a:p>
            </p:txBody>
          </p:sp>
        </mc:Fallback>
      </mc:AlternateContent>
    </p:spTree>
    <p:extLst>
      <p:ext uri="{BB962C8B-B14F-4D97-AF65-F5344CB8AC3E}">
        <p14:creationId xmlns:p14="http://schemas.microsoft.com/office/powerpoint/2010/main" val="36439011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A9C4E8-581A-4E73-B27B-71D0BD093319}"/>
              </a:ext>
            </a:extLst>
          </p:cNvPr>
          <p:cNvSpPr>
            <a:spLocks noGrp="1"/>
          </p:cNvSpPr>
          <p:nvPr>
            <p:ph type="sldNum" sz="quarter" idx="10"/>
          </p:nvPr>
        </p:nvSpPr>
        <p:spPr/>
        <p:txBody>
          <a:bodyPr/>
          <a:lstStyle/>
          <a:p>
            <a:pPr>
              <a:defRPr/>
            </a:pPr>
            <a:fld id="{095C3A6C-2EF2-4429-8171-61B701167257}" type="slidenum">
              <a:rPr lang="en-US" altLang="en-US" smtClean="0"/>
              <a:pPr>
                <a:defRPr/>
              </a:pPr>
              <a:t>35</a:t>
            </a:fld>
            <a:endParaRPr lang="en-US" altLang="en-US"/>
          </a:p>
        </p:txBody>
      </p:sp>
      <p:sp>
        <p:nvSpPr>
          <p:cNvPr id="3" name="Rectangle 2">
            <a:extLst>
              <a:ext uri="{FF2B5EF4-FFF2-40B4-BE49-F238E27FC236}">
                <a16:creationId xmlns:a16="http://schemas.microsoft.com/office/drawing/2014/main" id="{2C5010B1-A23D-46C3-A2F0-4934E81DD0DA}"/>
              </a:ext>
            </a:extLst>
          </p:cNvPr>
          <p:cNvSpPr txBox="1">
            <a:spLocks noChangeArrowheads="1"/>
          </p:cNvSpPr>
          <p:nvPr/>
        </p:nvSpPr>
        <p:spPr bwMode="auto">
          <a:xfrm>
            <a:off x="2458542" y="0"/>
            <a:ext cx="7381875"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ctr" anchorCtr="0" compatLnSpc="1">
            <a:prstTxWarp prst="textNoShape">
              <a:avLst/>
            </a:prstTxWarp>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defTabSz="4572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s-AR" altLang="en-US" sz="3200" kern="0" dirty="0">
                <a:solidFill>
                  <a:srgbClr val="000000"/>
                </a:solidFill>
              </a:rPr>
              <a:t>Calculo de Griegas </a:t>
            </a:r>
            <a:r>
              <a:rPr lang="en-US" altLang="en-US" sz="3200" kern="0" dirty="0">
                <a:solidFill>
                  <a:srgbClr val="000000"/>
                </a:solidFill>
              </a:rPr>
              <a:t>(</a:t>
            </a:r>
            <a:r>
              <a:rPr lang="en-US" altLang="en-US" sz="3200" kern="0" dirty="0" err="1">
                <a:solidFill>
                  <a:srgbClr val="000000"/>
                </a:solidFill>
              </a:rPr>
              <a:t>diferencias</a:t>
            </a:r>
            <a:r>
              <a:rPr lang="en-US" altLang="en-US" sz="3200" kern="0" dirty="0">
                <a:solidFill>
                  <a:srgbClr val="000000"/>
                </a:solidFill>
              </a:rPr>
              <a:t> </a:t>
            </a:r>
            <a:r>
              <a:rPr lang="en-US" altLang="en-US" sz="3200" kern="0" dirty="0" err="1">
                <a:solidFill>
                  <a:srgbClr val="000000"/>
                </a:solidFill>
              </a:rPr>
              <a:t>finitas</a:t>
            </a:r>
            <a:r>
              <a:rPr lang="en-US" altLang="en-US" sz="3200" kern="0" dirty="0">
                <a:solidFill>
                  <a:srgbClr val="000000"/>
                </a:solidFill>
              </a:rPr>
              <a:t>)</a:t>
            </a:r>
            <a:endParaRPr lang="en-GB" altLang="en-US" sz="3200" kern="0" dirty="0">
              <a:solidFill>
                <a:srgbClr val="000000"/>
              </a:solidFill>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21D8A63-2587-45D7-AF83-149B3A36A554}"/>
                  </a:ext>
                </a:extLst>
              </p:cNvPr>
              <p:cNvSpPr txBox="1"/>
              <p:nvPr/>
            </p:nvSpPr>
            <p:spPr>
              <a:xfrm>
                <a:off x="1919536" y="1196752"/>
                <a:ext cx="8352928" cy="6288516"/>
              </a:xfrm>
              <a:prstGeom prst="rect">
                <a:avLst/>
              </a:prstGeom>
              <a:noFill/>
            </p:spPr>
            <p:txBody>
              <a:bodyPr wrap="square" rtlCol="0">
                <a:spAutoFit/>
              </a:bodyPr>
              <a:lstStyle/>
              <a:p>
                <a:r>
                  <a:rPr lang="es-AR" sz="2300" dirty="0">
                    <a:solidFill>
                      <a:srgbClr val="000000"/>
                    </a:solidFill>
                    <a:latin typeface="+mj-lt"/>
                  </a:rPr>
                  <a:t>Como las griegas miden la sensibilidad del precio de la opción con respecto a un parámetro, las griegas terminan siendo las derivadas de la función de precio con respecto a los parámetros</a:t>
                </a:r>
              </a:p>
              <a:p>
                <a:endParaRPr lang="es-AR" sz="2300" dirty="0">
                  <a:solidFill>
                    <a:srgbClr val="000000"/>
                  </a:solidFill>
                  <a:latin typeface="+mj-lt"/>
                </a:endParaRPr>
              </a:p>
              <a:p>
                <a:r>
                  <a:rPr lang="es-AR" altLang="en-US" sz="2100" kern="0" dirty="0">
                    <a:solidFill>
                      <a:schemeClr val="tx1">
                        <a:lumMod val="60000"/>
                        <a:lumOff val="40000"/>
                      </a:schemeClr>
                    </a:solidFill>
                    <a:latin typeface="+mj-lt"/>
                  </a:rPr>
                  <a:t>Delta</a:t>
                </a:r>
                <a:r>
                  <a:rPr lang="es-AR" altLang="en-US" sz="2100" kern="0" dirty="0">
                    <a:solidFill>
                      <a:srgbClr val="000000"/>
                    </a:solidFill>
                    <a:latin typeface="+mj-lt"/>
                  </a:rPr>
                  <a:t>: </a:t>
                </a:r>
                <a14:m>
                  <m:oMath xmlns:m="http://schemas.openxmlformats.org/officeDocument/2006/math">
                    <m:r>
                      <m:rPr>
                        <m:sty m:val="p"/>
                      </m:rPr>
                      <a:rPr lang="en-US" altLang="en-US" sz="2100" kern="0">
                        <a:solidFill>
                          <a:srgbClr val="000000"/>
                        </a:solidFill>
                        <a:latin typeface="Cambria Math" panose="02040503050406030204" pitchFamily="18" charset="0"/>
                      </a:rPr>
                      <m:t>Δ</m:t>
                    </m:r>
                    <m:r>
                      <a:rPr lang="en-US" altLang="en-US" sz="2100" i="1" kern="0">
                        <a:solidFill>
                          <a:srgbClr val="000000"/>
                        </a:solidFill>
                        <a:latin typeface="Cambria Math" panose="02040503050406030204" pitchFamily="18" charset="0"/>
                      </a:rPr>
                      <m:t>=</m:t>
                    </m:r>
                    <m:f>
                      <m:fPr>
                        <m:ctrlPr>
                          <a:rPr lang="en-US" altLang="en-US" sz="2100" i="1" kern="0">
                            <a:solidFill>
                              <a:srgbClr val="000000"/>
                            </a:solidFill>
                            <a:latin typeface="Cambria Math" panose="02040503050406030204" pitchFamily="18" charset="0"/>
                          </a:rPr>
                        </m:ctrlPr>
                      </m:fPr>
                      <m:num>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𝐶</m:t>
                        </m:r>
                      </m:num>
                      <m:den>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𝑆</m:t>
                        </m:r>
                      </m:den>
                    </m:f>
                    <m:r>
                      <a:rPr lang="en-US" altLang="en-US" sz="2100" i="1" kern="0">
                        <a:solidFill>
                          <a:srgbClr val="000000"/>
                        </a:solidFill>
                        <a:latin typeface="Cambria Math" panose="02040503050406030204" pitchFamily="18" charset="0"/>
                      </a:rPr>
                      <m:t>=</m:t>
                    </m:r>
                    <m:f>
                      <m:fPr>
                        <m:ctrlPr>
                          <a:rPr lang="en-US" altLang="en-US" sz="2100" i="1" kern="0">
                            <a:solidFill>
                              <a:srgbClr val="000000"/>
                            </a:solidFill>
                            <a:latin typeface="Cambria Math" panose="02040503050406030204" pitchFamily="18" charset="0"/>
                          </a:rPr>
                        </m:ctrlPr>
                      </m:fPr>
                      <m:num>
                        <m:r>
                          <a:rPr lang="en-US" altLang="en-US" sz="2100" i="1" kern="0">
                            <a:solidFill>
                              <a:srgbClr val="000000"/>
                            </a:solidFill>
                            <a:latin typeface="Cambria Math" panose="02040503050406030204" pitchFamily="18" charset="0"/>
                          </a:rPr>
                          <m:t>𝐶</m:t>
                        </m:r>
                        <m:d>
                          <m:dPr>
                            <m:ctrlPr>
                              <a:rPr lang="en-US" altLang="en-US" sz="2100" i="1" kern="0">
                                <a:solidFill>
                                  <a:srgbClr val="000000"/>
                                </a:solidFill>
                                <a:latin typeface="Cambria Math" panose="02040503050406030204" pitchFamily="18" charset="0"/>
                              </a:rPr>
                            </m:ctrlPr>
                          </m:dPr>
                          <m:e>
                            <m:r>
                              <a:rPr lang="en-US" altLang="en-US" sz="2100" i="1" kern="0">
                                <a:solidFill>
                                  <a:srgbClr val="000000"/>
                                </a:solidFill>
                                <a:latin typeface="Cambria Math" panose="02040503050406030204" pitchFamily="18" charset="0"/>
                              </a:rPr>
                              <m:t>𝑆</m:t>
                            </m:r>
                            <m:r>
                              <a:rPr lang="en-US" altLang="en-US" sz="2100" i="1" kern="0">
                                <a:solidFill>
                                  <a:srgbClr val="000000"/>
                                </a:solidFill>
                                <a:latin typeface="Cambria Math" panose="02040503050406030204" pitchFamily="18" charset="0"/>
                              </a:rPr>
                              <m:t>+$0.1,</m:t>
                            </m:r>
                            <m:r>
                              <a:rPr lang="en-US" altLang="en-US" sz="2100" i="1" kern="0">
                                <a:solidFill>
                                  <a:srgbClr val="000000"/>
                                </a:solidFill>
                                <a:latin typeface="Cambria Math" panose="02040503050406030204" pitchFamily="18" charset="0"/>
                              </a:rPr>
                              <m:t>𝐾</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𝑇</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𝑟</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𝜎</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𝑞</m:t>
                            </m:r>
                          </m:e>
                        </m:d>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𝐶</m:t>
                        </m:r>
                        <m:d>
                          <m:dPr>
                            <m:ctrlPr>
                              <a:rPr lang="en-US" altLang="en-US" sz="2100" i="1" kern="0">
                                <a:solidFill>
                                  <a:srgbClr val="000000"/>
                                </a:solidFill>
                                <a:latin typeface="Cambria Math" panose="02040503050406030204" pitchFamily="18" charset="0"/>
                              </a:rPr>
                            </m:ctrlPr>
                          </m:dPr>
                          <m:e>
                            <m:r>
                              <a:rPr lang="en-US" altLang="en-US" sz="2100" i="1" kern="0">
                                <a:solidFill>
                                  <a:srgbClr val="000000"/>
                                </a:solidFill>
                                <a:latin typeface="Cambria Math" panose="02040503050406030204" pitchFamily="18" charset="0"/>
                              </a:rPr>
                              <m:t>𝑆</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𝐾</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𝑇</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𝑟</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𝜎</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𝑞</m:t>
                            </m:r>
                          </m:e>
                        </m:d>
                      </m:num>
                      <m:den>
                        <m:r>
                          <a:rPr lang="en-US" altLang="en-US" sz="2100" i="1" kern="0">
                            <a:solidFill>
                              <a:srgbClr val="000000"/>
                            </a:solidFill>
                            <a:latin typeface="Cambria Math" panose="02040503050406030204" pitchFamily="18" charset="0"/>
                          </a:rPr>
                          <m:t>$0.1</m:t>
                        </m:r>
                      </m:den>
                    </m:f>
                  </m:oMath>
                </a14:m>
                <a:endParaRPr lang="es-AR" altLang="en-US" sz="2100" kern="0" dirty="0">
                  <a:solidFill>
                    <a:srgbClr val="000000"/>
                  </a:solidFill>
                  <a:latin typeface="+mj-lt"/>
                </a:endParaRPr>
              </a:p>
              <a:p>
                <a:endParaRPr lang="es-AR" sz="2100" dirty="0">
                  <a:solidFill>
                    <a:srgbClr val="000000"/>
                  </a:solidFill>
                  <a:latin typeface="+mj-lt"/>
                </a:endParaRPr>
              </a:p>
              <a:p>
                <a:r>
                  <a:rPr lang="es-AR" altLang="en-US" sz="2100" kern="0" dirty="0">
                    <a:solidFill>
                      <a:schemeClr val="tx1">
                        <a:lumMod val="60000"/>
                        <a:lumOff val="40000"/>
                      </a:schemeClr>
                    </a:solidFill>
                    <a:latin typeface="+mj-lt"/>
                  </a:rPr>
                  <a:t>Gamma</a:t>
                </a:r>
                <a:r>
                  <a:rPr lang="es-AR" altLang="en-US" sz="2100" kern="0" dirty="0">
                    <a:solidFill>
                      <a:srgbClr val="000000"/>
                    </a:solidFill>
                    <a:latin typeface="+mj-lt"/>
                  </a:rPr>
                  <a:t>: </a:t>
                </a:r>
                <a14:m>
                  <m:oMath xmlns:m="http://schemas.openxmlformats.org/officeDocument/2006/math">
                    <m:r>
                      <m:rPr>
                        <m:sty m:val="p"/>
                      </m:rPr>
                      <a:rPr lang="en-US" altLang="en-US" sz="2100" kern="0">
                        <a:solidFill>
                          <a:srgbClr val="000000"/>
                        </a:solidFill>
                        <a:latin typeface="Cambria Math" panose="02040503050406030204" pitchFamily="18" charset="0"/>
                      </a:rPr>
                      <m:t>Γ</m:t>
                    </m:r>
                    <m:r>
                      <a:rPr lang="en-US" altLang="en-US" sz="2100" i="1" kern="0">
                        <a:solidFill>
                          <a:srgbClr val="000000"/>
                        </a:solidFill>
                        <a:latin typeface="Cambria Math" panose="02040503050406030204" pitchFamily="18" charset="0"/>
                      </a:rPr>
                      <m:t>=</m:t>
                    </m:r>
                    <m:f>
                      <m:fPr>
                        <m:ctrlPr>
                          <a:rPr lang="en-US" altLang="en-US" sz="2100" i="1" kern="0">
                            <a:solidFill>
                              <a:srgbClr val="000000"/>
                            </a:solidFill>
                            <a:latin typeface="Cambria Math" panose="02040503050406030204" pitchFamily="18" charset="0"/>
                          </a:rPr>
                        </m:ctrlPr>
                      </m:fPr>
                      <m:num>
                        <m:sSup>
                          <m:sSupPr>
                            <m:ctrlPr>
                              <a:rPr lang="en-US" altLang="en-US" sz="2100" i="1" kern="0">
                                <a:solidFill>
                                  <a:srgbClr val="000000"/>
                                </a:solidFill>
                                <a:latin typeface="Cambria Math" panose="02040503050406030204" pitchFamily="18" charset="0"/>
                              </a:rPr>
                            </m:ctrlPr>
                          </m:sSupPr>
                          <m:e>
                            <m:r>
                              <a:rPr lang="en-US" altLang="en-US" sz="2100" i="1" kern="0">
                                <a:solidFill>
                                  <a:srgbClr val="000000"/>
                                </a:solidFill>
                                <a:latin typeface="Cambria Math" panose="02040503050406030204" pitchFamily="18" charset="0"/>
                              </a:rPr>
                              <m:t>𝜕</m:t>
                            </m:r>
                          </m:e>
                          <m:sup>
                            <m:r>
                              <a:rPr lang="en-US" altLang="en-US" sz="2100" i="1" kern="0">
                                <a:solidFill>
                                  <a:srgbClr val="000000"/>
                                </a:solidFill>
                                <a:latin typeface="Cambria Math" panose="02040503050406030204" pitchFamily="18" charset="0"/>
                              </a:rPr>
                              <m:t>2</m:t>
                            </m:r>
                          </m:sup>
                        </m:sSup>
                        <m:r>
                          <a:rPr lang="en-US" altLang="en-US" sz="2100" i="1" kern="0">
                            <a:solidFill>
                              <a:srgbClr val="000000"/>
                            </a:solidFill>
                            <a:latin typeface="Cambria Math" panose="02040503050406030204" pitchFamily="18" charset="0"/>
                          </a:rPr>
                          <m:t>𝐶</m:t>
                        </m:r>
                      </m:num>
                      <m:den>
                        <m:r>
                          <a:rPr lang="en-US" altLang="en-US" sz="2100" i="1" kern="0">
                            <a:solidFill>
                              <a:srgbClr val="000000"/>
                            </a:solidFill>
                            <a:latin typeface="Cambria Math" panose="02040503050406030204" pitchFamily="18" charset="0"/>
                          </a:rPr>
                          <m:t>𝜕</m:t>
                        </m:r>
                        <m:sSup>
                          <m:sSupPr>
                            <m:ctrlPr>
                              <a:rPr lang="en-US" altLang="en-US" sz="2100" i="1" kern="0">
                                <a:solidFill>
                                  <a:srgbClr val="000000"/>
                                </a:solidFill>
                                <a:latin typeface="Cambria Math" panose="02040503050406030204" pitchFamily="18" charset="0"/>
                              </a:rPr>
                            </m:ctrlPr>
                          </m:sSupPr>
                          <m:e>
                            <m:r>
                              <a:rPr lang="en-US" altLang="en-US" sz="2100" i="1" kern="0">
                                <a:solidFill>
                                  <a:srgbClr val="000000"/>
                                </a:solidFill>
                                <a:latin typeface="Cambria Math" panose="02040503050406030204" pitchFamily="18" charset="0"/>
                              </a:rPr>
                              <m:t>𝑆</m:t>
                            </m:r>
                          </m:e>
                          <m:sup>
                            <m:r>
                              <a:rPr lang="en-US" altLang="en-US" sz="2100" i="1" kern="0">
                                <a:solidFill>
                                  <a:srgbClr val="000000"/>
                                </a:solidFill>
                                <a:latin typeface="Cambria Math" panose="02040503050406030204" pitchFamily="18" charset="0"/>
                              </a:rPr>
                              <m:t>2</m:t>
                            </m:r>
                          </m:sup>
                        </m:sSup>
                      </m:den>
                    </m:f>
                    <m:r>
                      <a:rPr lang="en-US" altLang="en-US" sz="2100" i="1" kern="0">
                        <a:solidFill>
                          <a:srgbClr val="000000"/>
                        </a:solidFill>
                        <a:latin typeface="Cambria Math" panose="02040503050406030204" pitchFamily="18" charset="0"/>
                      </a:rPr>
                      <m:t>=</m:t>
                    </m:r>
                    <m:f>
                      <m:fPr>
                        <m:ctrlPr>
                          <a:rPr lang="en-US" altLang="en-US" sz="2100" i="1" kern="0">
                            <a:solidFill>
                              <a:srgbClr val="000000"/>
                            </a:solidFill>
                            <a:latin typeface="Cambria Math" panose="02040503050406030204" pitchFamily="18" charset="0"/>
                          </a:rPr>
                        </m:ctrlPr>
                      </m:fPr>
                      <m:num>
                        <m:r>
                          <a:rPr lang="en-US" altLang="en-US" sz="2100" i="1" kern="0">
                            <a:solidFill>
                              <a:srgbClr val="000000"/>
                            </a:solidFill>
                            <a:latin typeface="Cambria Math" panose="02040503050406030204" pitchFamily="18" charset="0"/>
                          </a:rPr>
                          <m:t>𝐶</m:t>
                        </m:r>
                        <m:d>
                          <m:dPr>
                            <m:ctrlPr>
                              <a:rPr lang="en-US" altLang="en-US" sz="2100" i="1" kern="0">
                                <a:solidFill>
                                  <a:srgbClr val="000000"/>
                                </a:solidFill>
                                <a:latin typeface="Cambria Math" panose="02040503050406030204" pitchFamily="18" charset="0"/>
                              </a:rPr>
                            </m:ctrlPr>
                          </m:dPr>
                          <m:e>
                            <m:r>
                              <a:rPr lang="en-US" altLang="en-US" sz="2100" i="1" kern="0">
                                <a:solidFill>
                                  <a:srgbClr val="000000"/>
                                </a:solidFill>
                                <a:latin typeface="Cambria Math" panose="02040503050406030204" pitchFamily="18" charset="0"/>
                              </a:rPr>
                              <m:t>𝑆</m:t>
                            </m:r>
                            <m:r>
                              <a:rPr lang="en-US" altLang="en-US" sz="2100" i="1" kern="0">
                                <a:solidFill>
                                  <a:srgbClr val="000000"/>
                                </a:solidFill>
                                <a:latin typeface="Cambria Math" panose="02040503050406030204" pitchFamily="18" charset="0"/>
                              </a:rPr>
                              <m:t>+$0.1,</m:t>
                            </m:r>
                            <m:r>
                              <a:rPr lang="en-US" altLang="en-US" sz="2100" i="1" kern="0">
                                <a:solidFill>
                                  <a:srgbClr val="000000"/>
                                </a:solidFill>
                                <a:latin typeface="Cambria Math" panose="02040503050406030204" pitchFamily="18" charset="0"/>
                              </a:rPr>
                              <m:t>𝐾</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𝑇</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𝑟</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𝜎</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𝑞</m:t>
                            </m:r>
                          </m:e>
                        </m:d>
                        <m:r>
                          <a:rPr lang="en-US" altLang="en-US" sz="2100" i="1" kern="0">
                            <a:solidFill>
                              <a:srgbClr val="000000"/>
                            </a:solidFill>
                            <a:latin typeface="Cambria Math" panose="02040503050406030204" pitchFamily="18" charset="0"/>
                          </a:rPr>
                          <m:t>−2</m:t>
                        </m:r>
                        <m:r>
                          <a:rPr lang="en-US" altLang="en-US" sz="2100" i="1" kern="0">
                            <a:solidFill>
                              <a:srgbClr val="000000"/>
                            </a:solidFill>
                            <a:latin typeface="Cambria Math" panose="02040503050406030204" pitchFamily="18" charset="0"/>
                          </a:rPr>
                          <m:t>𝐶</m:t>
                        </m:r>
                        <m:d>
                          <m:dPr>
                            <m:ctrlPr>
                              <a:rPr lang="en-US" altLang="en-US" sz="2100" i="1" kern="0">
                                <a:solidFill>
                                  <a:srgbClr val="000000"/>
                                </a:solidFill>
                                <a:latin typeface="Cambria Math" panose="02040503050406030204" pitchFamily="18" charset="0"/>
                              </a:rPr>
                            </m:ctrlPr>
                          </m:dPr>
                          <m:e>
                            <m:r>
                              <a:rPr lang="en-US" altLang="en-US" sz="2100" i="1" kern="0">
                                <a:solidFill>
                                  <a:srgbClr val="000000"/>
                                </a:solidFill>
                                <a:latin typeface="Cambria Math" panose="02040503050406030204" pitchFamily="18" charset="0"/>
                              </a:rPr>
                              <m:t>𝑆</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𝐾</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𝑇</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𝑟</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𝜎</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𝑞</m:t>
                            </m:r>
                          </m:e>
                        </m:d>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𝐶</m:t>
                        </m:r>
                        <m:d>
                          <m:dPr>
                            <m:ctrlPr>
                              <a:rPr lang="en-US" altLang="en-US" sz="2100" i="1" kern="0">
                                <a:solidFill>
                                  <a:srgbClr val="000000"/>
                                </a:solidFill>
                                <a:latin typeface="Cambria Math" panose="02040503050406030204" pitchFamily="18" charset="0"/>
                              </a:rPr>
                            </m:ctrlPr>
                          </m:dPr>
                          <m:e>
                            <m:r>
                              <a:rPr lang="en-US" altLang="en-US" sz="2100" i="1" kern="0">
                                <a:solidFill>
                                  <a:srgbClr val="000000"/>
                                </a:solidFill>
                                <a:latin typeface="Cambria Math" panose="02040503050406030204" pitchFamily="18" charset="0"/>
                              </a:rPr>
                              <m:t>𝑆</m:t>
                            </m:r>
                            <m:r>
                              <a:rPr lang="en-US" altLang="en-US" sz="2100" i="1" kern="0">
                                <a:solidFill>
                                  <a:srgbClr val="000000"/>
                                </a:solidFill>
                                <a:latin typeface="Cambria Math" panose="02040503050406030204" pitchFamily="18" charset="0"/>
                              </a:rPr>
                              <m:t>−$0.1,</m:t>
                            </m:r>
                            <m:r>
                              <a:rPr lang="en-US" altLang="en-US" sz="2100" i="1" kern="0">
                                <a:solidFill>
                                  <a:srgbClr val="000000"/>
                                </a:solidFill>
                                <a:latin typeface="Cambria Math" panose="02040503050406030204" pitchFamily="18" charset="0"/>
                              </a:rPr>
                              <m:t>𝐾</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𝑇</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𝑟</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𝜎</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𝑞</m:t>
                            </m:r>
                          </m:e>
                        </m:d>
                      </m:num>
                      <m:den>
                        <m:r>
                          <a:rPr lang="en-US" altLang="en-US" sz="2100" i="1" kern="0">
                            <a:solidFill>
                              <a:srgbClr val="000000"/>
                            </a:solidFill>
                            <a:latin typeface="Cambria Math" panose="02040503050406030204" pitchFamily="18" charset="0"/>
                          </a:rPr>
                          <m:t>$(0.1)^2</m:t>
                        </m:r>
                      </m:den>
                    </m:f>
                  </m:oMath>
                </a14:m>
                <a:endParaRPr lang="es-AR" altLang="en-US" sz="2100" kern="0" dirty="0">
                  <a:solidFill>
                    <a:srgbClr val="000000"/>
                  </a:solidFill>
                  <a:latin typeface="+mj-lt"/>
                </a:endParaRPr>
              </a:p>
              <a:p>
                <a:endParaRPr lang="es-AR" altLang="en-US" sz="2100" kern="0" dirty="0">
                  <a:solidFill>
                    <a:srgbClr val="000000"/>
                  </a:solidFill>
                  <a:latin typeface="+mj-lt"/>
                </a:endParaRPr>
              </a:p>
              <a:p>
                <a:r>
                  <a:rPr lang="es-AR" altLang="en-US" sz="2100" kern="0" dirty="0">
                    <a:solidFill>
                      <a:schemeClr val="tx1">
                        <a:lumMod val="60000"/>
                        <a:lumOff val="40000"/>
                      </a:schemeClr>
                    </a:solidFill>
                    <a:latin typeface="+mj-lt"/>
                  </a:rPr>
                  <a:t>Vega: </a:t>
                </a:r>
                <a14:m>
                  <m:oMath xmlns:m="http://schemas.openxmlformats.org/officeDocument/2006/math">
                    <m:r>
                      <a:rPr lang="en-US" altLang="en-US" sz="2100" i="1" kern="0">
                        <a:solidFill>
                          <a:srgbClr val="000000"/>
                        </a:solidFill>
                        <a:latin typeface="Cambria Math" panose="02040503050406030204" pitchFamily="18" charset="0"/>
                      </a:rPr>
                      <m:t>𝑣</m:t>
                    </m:r>
                    <m:r>
                      <a:rPr lang="en-US" altLang="en-US" sz="2100" i="1" kern="0">
                        <a:solidFill>
                          <a:srgbClr val="000000"/>
                        </a:solidFill>
                        <a:latin typeface="Cambria Math" panose="02040503050406030204" pitchFamily="18" charset="0"/>
                      </a:rPr>
                      <m:t>=</m:t>
                    </m:r>
                    <m:f>
                      <m:fPr>
                        <m:ctrlPr>
                          <a:rPr lang="en-US" altLang="en-US" sz="2100" i="1" kern="0">
                            <a:solidFill>
                              <a:srgbClr val="000000"/>
                            </a:solidFill>
                            <a:latin typeface="Cambria Math" panose="02040503050406030204" pitchFamily="18" charset="0"/>
                          </a:rPr>
                        </m:ctrlPr>
                      </m:fPr>
                      <m:num>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𝐶</m:t>
                        </m:r>
                      </m:num>
                      <m:den>
                        <m:r>
                          <a:rPr lang="en-US" altLang="en-US" sz="2100" i="1" kern="0">
                            <a:solidFill>
                              <a:srgbClr val="000000"/>
                            </a:solidFill>
                            <a:latin typeface="Cambria Math" panose="02040503050406030204" pitchFamily="18" charset="0"/>
                          </a:rPr>
                          <m:t>𝜕𝜎</m:t>
                        </m:r>
                      </m:den>
                    </m:f>
                    <m:r>
                      <a:rPr lang="en-US" altLang="en-US" sz="2100" i="1" kern="0">
                        <a:solidFill>
                          <a:srgbClr val="000000"/>
                        </a:solidFill>
                        <a:latin typeface="Cambria Math" panose="02040503050406030204" pitchFamily="18" charset="0"/>
                      </a:rPr>
                      <m:t>=</m:t>
                    </m:r>
                    <m:f>
                      <m:fPr>
                        <m:ctrlPr>
                          <a:rPr lang="en-US" altLang="en-US" sz="2100" i="1" kern="0">
                            <a:solidFill>
                              <a:srgbClr val="000000"/>
                            </a:solidFill>
                            <a:latin typeface="Cambria Math" panose="02040503050406030204" pitchFamily="18" charset="0"/>
                          </a:rPr>
                        </m:ctrlPr>
                      </m:fPr>
                      <m:num>
                        <m:r>
                          <a:rPr lang="en-US" altLang="en-US" sz="2100" i="1" kern="0">
                            <a:solidFill>
                              <a:srgbClr val="000000"/>
                            </a:solidFill>
                            <a:latin typeface="Cambria Math" panose="02040503050406030204" pitchFamily="18" charset="0"/>
                          </a:rPr>
                          <m:t>𝐶</m:t>
                        </m:r>
                        <m:d>
                          <m:dPr>
                            <m:ctrlPr>
                              <a:rPr lang="en-US" altLang="en-US" sz="2100" i="1" kern="0">
                                <a:solidFill>
                                  <a:srgbClr val="000000"/>
                                </a:solidFill>
                                <a:latin typeface="Cambria Math" panose="02040503050406030204" pitchFamily="18" charset="0"/>
                              </a:rPr>
                            </m:ctrlPr>
                          </m:dPr>
                          <m:e>
                            <m:r>
                              <a:rPr lang="en-US" altLang="en-US" sz="2100" i="1" kern="0">
                                <a:solidFill>
                                  <a:srgbClr val="000000"/>
                                </a:solidFill>
                                <a:latin typeface="Cambria Math" panose="02040503050406030204" pitchFamily="18" charset="0"/>
                              </a:rPr>
                              <m:t>𝑆</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𝐾</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𝑇</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𝑟</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𝜎</m:t>
                            </m:r>
                            <m:r>
                              <a:rPr lang="en-US" altLang="en-US" sz="2100" i="1" kern="0">
                                <a:solidFill>
                                  <a:srgbClr val="000000"/>
                                </a:solidFill>
                                <a:latin typeface="Cambria Math" panose="02040503050406030204" pitchFamily="18" charset="0"/>
                              </a:rPr>
                              <m:t>+1%,</m:t>
                            </m:r>
                            <m:r>
                              <a:rPr lang="en-US" altLang="en-US" sz="2100" i="1" kern="0">
                                <a:solidFill>
                                  <a:srgbClr val="000000"/>
                                </a:solidFill>
                                <a:latin typeface="Cambria Math" panose="02040503050406030204" pitchFamily="18" charset="0"/>
                              </a:rPr>
                              <m:t>𝑞</m:t>
                            </m:r>
                          </m:e>
                        </m:d>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𝐶</m:t>
                        </m:r>
                        <m:d>
                          <m:dPr>
                            <m:ctrlPr>
                              <a:rPr lang="en-US" altLang="en-US" sz="2100" i="1" kern="0">
                                <a:solidFill>
                                  <a:srgbClr val="000000"/>
                                </a:solidFill>
                                <a:latin typeface="Cambria Math" panose="02040503050406030204" pitchFamily="18" charset="0"/>
                              </a:rPr>
                            </m:ctrlPr>
                          </m:dPr>
                          <m:e>
                            <m:r>
                              <a:rPr lang="en-US" altLang="en-US" sz="2100" i="1" kern="0">
                                <a:solidFill>
                                  <a:srgbClr val="000000"/>
                                </a:solidFill>
                                <a:latin typeface="Cambria Math" panose="02040503050406030204" pitchFamily="18" charset="0"/>
                              </a:rPr>
                              <m:t>𝑆</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𝐾</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𝑇</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𝑟</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𝜎</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𝑞</m:t>
                            </m:r>
                          </m:e>
                        </m:d>
                      </m:num>
                      <m:den>
                        <m:r>
                          <a:rPr lang="en-US" altLang="en-US" sz="2100" i="1" kern="0">
                            <a:solidFill>
                              <a:srgbClr val="000000"/>
                            </a:solidFill>
                            <a:latin typeface="Cambria Math" panose="02040503050406030204" pitchFamily="18" charset="0"/>
                          </a:rPr>
                          <m:t>1%</m:t>
                        </m:r>
                      </m:den>
                    </m:f>
                  </m:oMath>
                </a14:m>
                <a:endParaRPr lang="es-AR" altLang="en-US" sz="2100" kern="0" dirty="0">
                  <a:solidFill>
                    <a:srgbClr val="000000"/>
                  </a:solidFill>
                  <a:latin typeface="+mj-lt"/>
                </a:endParaRPr>
              </a:p>
              <a:p>
                <a:endParaRPr lang="es-AR" altLang="en-US" sz="2100" kern="0" dirty="0">
                  <a:solidFill>
                    <a:schemeClr val="tx1">
                      <a:lumMod val="60000"/>
                      <a:lumOff val="40000"/>
                    </a:schemeClr>
                  </a:solidFill>
                  <a:latin typeface="+mj-lt"/>
                </a:endParaRPr>
              </a:p>
              <a:p>
                <a:r>
                  <a:rPr lang="es-ES" altLang="en-US" sz="2100" kern="0" dirty="0">
                    <a:solidFill>
                      <a:schemeClr val="tx1">
                        <a:lumMod val="60000"/>
                        <a:lumOff val="40000"/>
                      </a:schemeClr>
                    </a:solidFill>
                    <a:latin typeface="+mj-lt"/>
                  </a:rPr>
                  <a:t>Theta: </a:t>
                </a:r>
                <a14:m>
                  <m:oMath xmlns:m="http://schemas.openxmlformats.org/officeDocument/2006/math">
                    <m:r>
                      <a:rPr lang="en-US" altLang="en-US" sz="2100" i="1" kern="0">
                        <a:solidFill>
                          <a:srgbClr val="000000"/>
                        </a:solidFill>
                        <a:latin typeface="Cambria Math" panose="02040503050406030204" pitchFamily="18" charset="0"/>
                      </a:rPr>
                      <m:t>𝜃</m:t>
                    </m:r>
                    <m:r>
                      <a:rPr lang="en-US" altLang="en-US" sz="2100" i="1" kern="0">
                        <a:solidFill>
                          <a:srgbClr val="000000"/>
                        </a:solidFill>
                        <a:latin typeface="Cambria Math" panose="02040503050406030204" pitchFamily="18" charset="0"/>
                      </a:rPr>
                      <m:t>=</m:t>
                    </m:r>
                    <m:f>
                      <m:fPr>
                        <m:ctrlPr>
                          <a:rPr lang="en-US" altLang="en-US" sz="2100" i="1" kern="0">
                            <a:solidFill>
                              <a:srgbClr val="000000"/>
                            </a:solidFill>
                            <a:latin typeface="Cambria Math" panose="02040503050406030204" pitchFamily="18" charset="0"/>
                          </a:rPr>
                        </m:ctrlPr>
                      </m:fPr>
                      <m:num>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𝐶</m:t>
                        </m:r>
                      </m:num>
                      <m:den>
                        <m:r>
                          <a:rPr lang="en-US" altLang="en-US" sz="2100" i="1" kern="0">
                            <a:solidFill>
                              <a:srgbClr val="000000"/>
                            </a:solidFill>
                            <a:latin typeface="Cambria Math" panose="02040503050406030204" pitchFamily="18" charset="0"/>
                          </a:rPr>
                          <m:t>𝜕𝜏</m:t>
                        </m:r>
                      </m:den>
                    </m:f>
                    <m:r>
                      <a:rPr lang="en-US" altLang="en-US" sz="2100" i="1" kern="0">
                        <a:solidFill>
                          <a:srgbClr val="000000"/>
                        </a:solidFill>
                        <a:latin typeface="Cambria Math" panose="02040503050406030204" pitchFamily="18" charset="0"/>
                      </a:rPr>
                      <m:t>=</m:t>
                    </m:r>
                    <m:f>
                      <m:fPr>
                        <m:ctrlPr>
                          <a:rPr lang="en-US" altLang="en-US" sz="2100" i="1" kern="0">
                            <a:solidFill>
                              <a:srgbClr val="000000"/>
                            </a:solidFill>
                            <a:latin typeface="Cambria Math" panose="02040503050406030204" pitchFamily="18" charset="0"/>
                          </a:rPr>
                        </m:ctrlPr>
                      </m:fPr>
                      <m:num>
                        <m:r>
                          <a:rPr lang="en-US" altLang="en-US" sz="2100" i="1" kern="0">
                            <a:solidFill>
                              <a:srgbClr val="000000"/>
                            </a:solidFill>
                            <a:latin typeface="Cambria Math" panose="02040503050406030204" pitchFamily="18" charset="0"/>
                          </a:rPr>
                          <m:t>𝐶</m:t>
                        </m:r>
                        <m:d>
                          <m:dPr>
                            <m:ctrlPr>
                              <a:rPr lang="en-US" altLang="en-US" sz="2100" i="1" kern="0">
                                <a:solidFill>
                                  <a:srgbClr val="000000"/>
                                </a:solidFill>
                                <a:latin typeface="Cambria Math" panose="02040503050406030204" pitchFamily="18" charset="0"/>
                              </a:rPr>
                            </m:ctrlPr>
                          </m:dPr>
                          <m:e>
                            <m:r>
                              <a:rPr lang="en-US" altLang="en-US" sz="2100" i="1" kern="0">
                                <a:solidFill>
                                  <a:srgbClr val="000000"/>
                                </a:solidFill>
                                <a:latin typeface="Cambria Math" panose="02040503050406030204" pitchFamily="18" charset="0"/>
                              </a:rPr>
                              <m:t>𝑆</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𝐾</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𝑇</m:t>
                            </m:r>
                            <m:r>
                              <a:rPr lang="en-US" altLang="en-US" sz="2100" i="1" kern="0">
                                <a:solidFill>
                                  <a:srgbClr val="000000"/>
                                </a:solidFill>
                                <a:latin typeface="Cambria Math" panose="02040503050406030204" pitchFamily="18" charset="0"/>
                              </a:rPr>
                              <m:t>+1</m:t>
                            </m:r>
                            <m:r>
                              <a:rPr lang="en-US" altLang="en-US" sz="2100" i="1" kern="0">
                                <a:solidFill>
                                  <a:srgbClr val="000000"/>
                                </a:solidFill>
                                <a:latin typeface="Cambria Math" panose="02040503050406030204" pitchFamily="18" charset="0"/>
                              </a:rPr>
                              <m:t>𝑑</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𝑟</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𝜎</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𝑞</m:t>
                            </m:r>
                          </m:e>
                        </m:d>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𝐶</m:t>
                        </m:r>
                        <m:d>
                          <m:dPr>
                            <m:ctrlPr>
                              <a:rPr lang="en-US" altLang="en-US" sz="2100" i="1" kern="0">
                                <a:solidFill>
                                  <a:srgbClr val="000000"/>
                                </a:solidFill>
                                <a:latin typeface="Cambria Math" panose="02040503050406030204" pitchFamily="18" charset="0"/>
                              </a:rPr>
                            </m:ctrlPr>
                          </m:dPr>
                          <m:e>
                            <m:r>
                              <a:rPr lang="en-US" altLang="en-US" sz="2100" i="1" kern="0">
                                <a:solidFill>
                                  <a:srgbClr val="000000"/>
                                </a:solidFill>
                                <a:latin typeface="Cambria Math" panose="02040503050406030204" pitchFamily="18" charset="0"/>
                              </a:rPr>
                              <m:t>𝑆</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𝐾</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𝑇</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𝑟</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𝜎</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𝑞</m:t>
                            </m:r>
                          </m:e>
                        </m:d>
                      </m:num>
                      <m:den>
                        <m:r>
                          <a:rPr lang="en-US" altLang="en-US" sz="2100" i="1" kern="0">
                            <a:solidFill>
                              <a:srgbClr val="000000"/>
                            </a:solidFill>
                            <a:latin typeface="Cambria Math" panose="02040503050406030204" pitchFamily="18" charset="0"/>
                          </a:rPr>
                          <m:t>1</m:t>
                        </m:r>
                        <m:r>
                          <a:rPr lang="en-US" altLang="en-US" sz="2100" i="1" kern="0">
                            <a:solidFill>
                              <a:srgbClr val="000000"/>
                            </a:solidFill>
                            <a:latin typeface="Cambria Math" panose="02040503050406030204" pitchFamily="18" charset="0"/>
                          </a:rPr>
                          <m:t>𝑑</m:t>
                        </m:r>
                      </m:den>
                    </m:f>
                  </m:oMath>
                </a14:m>
                <a:endParaRPr lang="es-ES" altLang="en-US" sz="2100" kern="0" dirty="0">
                  <a:solidFill>
                    <a:srgbClr val="000000"/>
                  </a:solidFill>
                  <a:latin typeface="+mj-lt"/>
                </a:endParaRPr>
              </a:p>
              <a:p>
                <a:endParaRPr lang="es-ES" altLang="en-US" sz="2100" kern="0" dirty="0">
                  <a:solidFill>
                    <a:srgbClr val="000000"/>
                  </a:solidFill>
                  <a:latin typeface="+mj-lt"/>
                </a:endParaRPr>
              </a:p>
              <a:p>
                <a:r>
                  <a:rPr lang="es-ES" altLang="en-US" sz="2100" kern="0" dirty="0">
                    <a:solidFill>
                      <a:schemeClr val="tx1">
                        <a:lumMod val="60000"/>
                        <a:lumOff val="40000"/>
                      </a:schemeClr>
                    </a:solidFill>
                    <a:latin typeface="+mj-lt"/>
                  </a:rPr>
                  <a:t>Rho:  </a:t>
                </a:r>
                <a14:m>
                  <m:oMath xmlns:m="http://schemas.openxmlformats.org/officeDocument/2006/math">
                    <m:r>
                      <a:rPr lang="en-US" altLang="en-US" sz="2100" i="1" kern="0">
                        <a:solidFill>
                          <a:srgbClr val="000000"/>
                        </a:solidFill>
                        <a:latin typeface="Cambria Math" panose="02040503050406030204" pitchFamily="18" charset="0"/>
                      </a:rPr>
                      <m:t>𝜌</m:t>
                    </m:r>
                    <m:r>
                      <a:rPr lang="en-US" altLang="en-US" sz="2100" i="1" kern="0">
                        <a:solidFill>
                          <a:srgbClr val="000000"/>
                        </a:solidFill>
                        <a:latin typeface="Cambria Math" panose="02040503050406030204" pitchFamily="18" charset="0"/>
                      </a:rPr>
                      <m:t>=</m:t>
                    </m:r>
                    <m:f>
                      <m:fPr>
                        <m:ctrlPr>
                          <a:rPr lang="en-US" altLang="en-US" sz="2100" i="1" kern="0">
                            <a:solidFill>
                              <a:srgbClr val="000000"/>
                            </a:solidFill>
                            <a:latin typeface="Cambria Math" panose="02040503050406030204" pitchFamily="18" charset="0"/>
                          </a:rPr>
                        </m:ctrlPr>
                      </m:fPr>
                      <m:num>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𝐶</m:t>
                        </m:r>
                      </m:num>
                      <m:den>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𝑟</m:t>
                        </m:r>
                      </m:den>
                    </m:f>
                    <m:r>
                      <a:rPr lang="en-US" altLang="en-US" sz="2100" i="1" kern="0">
                        <a:solidFill>
                          <a:srgbClr val="000000"/>
                        </a:solidFill>
                        <a:latin typeface="Cambria Math" panose="02040503050406030204" pitchFamily="18" charset="0"/>
                      </a:rPr>
                      <m:t>=</m:t>
                    </m:r>
                    <m:f>
                      <m:fPr>
                        <m:ctrlPr>
                          <a:rPr lang="en-US" altLang="en-US" sz="2100" i="1" kern="0">
                            <a:solidFill>
                              <a:srgbClr val="000000"/>
                            </a:solidFill>
                            <a:latin typeface="Cambria Math" panose="02040503050406030204" pitchFamily="18" charset="0"/>
                          </a:rPr>
                        </m:ctrlPr>
                      </m:fPr>
                      <m:num>
                        <m:r>
                          <a:rPr lang="en-US" altLang="en-US" sz="2100" i="1" kern="0">
                            <a:solidFill>
                              <a:srgbClr val="000000"/>
                            </a:solidFill>
                            <a:latin typeface="Cambria Math" panose="02040503050406030204" pitchFamily="18" charset="0"/>
                          </a:rPr>
                          <m:t>𝐶</m:t>
                        </m:r>
                        <m:d>
                          <m:dPr>
                            <m:ctrlPr>
                              <a:rPr lang="en-US" altLang="en-US" sz="2100" i="1" kern="0">
                                <a:solidFill>
                                  <a:srgbClr val="000000"/>
                                </a:solidFill>
                                <a:latin typeface="Cambria Math" panose="02040503050406030204" pitchFamily="18" charset="0"/>
                              </a:rPr>
                            </m:ctrlPr>
                          </m:dPr>
                          <m:e>
                            <m:r>
                              <a:rPr lang="en-US" altLang="en-US" sz="2100" i="1" kern="0">
                                <a:solidFill>
                                  <a:srgbClr val="000000"/>
                                </a:solidFill>
                                <a:latin typeface="Cambria Math" panose="02040503050406030204" pitchFamily="18" charset="0"/>
                              </a:rPr>
                              <m:t>𝑆</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𝐾</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𝑇</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𝑟</m:t>
                            </m:r>
                            <m:r>
                              <a:rPr lang="en-US" altLang="en-US" sz="2100" i="1" kern="0">
                                <a:solidFill>
                                  <a:srgbClr val="000000"/>
                                </a:solidFill>
                                <a:latin typeface="Cambria Math" panose="02040503050406030204" pitchFamily="18" charset="0"/>
                              </a:rPr>
                              <m:t>+0.1%,</m:t>
                            </m:r>
                            <m:r>
                              <a:rPr lang="en-US" altLang="en-US" sz="2100" i="1" kern="0">
                                <a:solidFill>
                                  <a:srgbClr val="000000"/>
                                </a:solidFill>
                                <a:latin typeface="Cambria Math" panose="02040503050406030204" pitchFamily="18" charset="0"/>
                              </a:rPr>
                              <m:t>𝜎</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𝑞</m:t>
                            </m:r>
                          </m:e>
                        </m:d>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𝐶</m:t>
                        </m:r>
                        <m:d>
                          <m:dPr>
                            <m:ctrlPr>
                              <a:rPr lang="en-US" altLang="en-US" sz="2100" i="1" kern="0">
                                <a:solidFill>
                                  <a:srgbClr val="000000"/>
                                </a:solidFill>
                                <a:latin typeface="Cambria Math" panose="02040503050406030204" pitchFamily="18" charset="0"/>
                              </a:rPr>
                            </m:ctrlPr>
                          </m:dPr>
                          <m:e>
                            <m:r>
                              <a:rPr lang="en-US" altLang="en-US" sz="2100" i="1" kern="0">
                                <a:solidFill>
                                  <a:srgbClr val="000000"/>
                                </a:solidFill>
                                <a:latin typeface="Cambria Math" panose="02040503050406030204" pitchFamily="18" charset="0"/>
                              </a:rPr>
                              <m:t>𝑆</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𝐾</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𝑇</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𝑟</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𝜎</m:t>
                            </m:r>
                            <m:r>
                              <a:rPr lang="en-US" altLang="en-US" sz="2100" i="1" kern="0">
                                <a:solidFill>
                                  <a:srgbClr val="000000"/>
                                </a:solidFill>
                                <a:latin typeface="Cambria Math" panose="02040503050406030204" pitchFamily="18" charset="0"/>
                              </a:rPr>
                              <m:t>,</m:t>
                            </m:r>
                            <m:r>
                              <a:rPr lang="en-US" altLang="en-US" sz="2100" i="1" kern="0">
                                <a:solidFill>
                                  <a:srgbClr val="000000"/>
                                </a:solidFill>
                                <a:latin typeface="Cambria Math" panose="02040503050406030204" pitchFamily="18" charset="0"/>
                              </a:rPr>
                              <m:t>𝑞</m:t>
                            </m:r>
                          </m:e>
                        </m:d>
                      </m:num>
                      <m:den>
                        <m:r>
                          <a:rPr lang="en-US" altLang="en-US" sz="2100" i="1" kern="0">
                            <a:solidFill>
                              <a:srgbClr val="000000"/>
                            </a:solidFill>
                            <a:latin typeface="Cambria Math" panose="02040503050406030204" pitchFamily="18" charset="0"/>
                          </a:rPr>
                          <m:t>0.1%</m:t>
                        </m:r>
                      </m:den>
                    </m:f>
                  </m:oMath>
                </a14:m>
                <a:endParaRPr lang="es-ES" altLang="en-US" sz="2100" kern="0" dirty="0">
                  <a:solidFill>
                    <a:srgbClr val="000000"/>
                  </a:solidFill>
                  <a:latin typeface="+mj-lt"/>
                </a:endParaRPr>
              </a:p>
              <a:p>
                <a:endParaRPr lang="es-AR" altLang="en-US" sz="2300" kern="0" dirty="0">
                  <a:solidFill>
                    <a:srgbClr val="000000"/>
                  </a:solidFill>
                  <a:latin typeface="+mj-lt"/>
                </a:endParaRPr>
              </a:p>
              <a:p>
                <a:endParaRPr lang="es-AR" sz="2300" dirty="0">
                  <a:solidFill>
                    <a:srgbClr val="000000"/>
                  </a:solidFill>
                  <a:latin typeface="+mj-lt"/>
                </a:endParaRPr>
              </a:p>
              <a:p>
                <a:endParaRPr lang="en-US" dirty="0">
                  <a:latin typeface="+mj-lt"/>
                </a:endParaRPr>
              </a:p>
            </p:txBody>
          </p:sp>
        </mc:Choice>
        <mc:Fallback xmlns="">
          <p:sp>
            <p:nvSpPr>
              <p:cNvPr id="5" name="TextBox 4">
                <a:extLst>
                  <a:ext uri="{FF2B5EF4-FFF2-40B4-BE49-F238E27FC236}">
                    <a16:creationId xmlns:a16="http://schemas.microsoft.com/office/drawing/2014/main" id="{C21D8A63-2587-45D7-AF83-149B3A36A554}"/>
                  </a:ext>
                </a:extLst>
              </p:cNvPr>
              <p:cNvSpPr txBox="1">
                <a:spLocks noRot="1" noChangeAspect="1" noMove="1" noResize="1" noEditPoints="1" noAdjustHandles="1" noChangeArrowheads="1" noChangeShapeType="1" noTextEdit="1"/>
              </p:cNvSpPr>
              <p:nvPr/>
            </p:nvSpPr>
            <p:spPr>
              <a:xfrm>
                <a:off x="1919536" y="1196752"/>
                <a:ext cx="8352928" cy="6288516"/>
              </a:xfrm>
              <a:prstGeom prst="rect">
                <a:avLst/>
              </a:prstGeom>
              <a:blipFill>
                <a:blip r:embed="rId2"/>
                <a:stretch>
                  <a:fillRect l="-1095" t="-678"/>
                </a:stretch>
              </a:blipFill>
            </p:spPr>
            <p:txBody>
              <a:bodyPr/>
              <a:lstStyle/>
              <a:p>
                <a:r>
                  <a:rPr lang="en-US">
                    <a:noFill/>
                  </a:rPr>
                  <a:t> </a:t>
                </a:r>
              </a:p>
            </p:txBody>
          </p:sp>
        </mc:Fallback>
      </mc:AlternateContent>
    </p:spTree>
    <p:extLst>
      <p:ext uri="{BB962C8B-B14F-4D97-AF65-F5344CB8AC3E}">
        <p14:creationId xmlns:p14="http://schemas.microsoft.com/office/powerpoint/2010/main" val="41817553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B1038FC-64D5-4023-B3FD-E129683EE685}"/>
              </a:ext>
            </a:extLst>
          </p:cNvPr>
          <p:cNvSpPr>
            <a:spLocks noGrp="1"/>
          </p:cNvSpPr>
          <p:nvPr>
            <p:ph type="sldNum" sz="quarter" idx="10"/>
          </p:nvPr>
        </p:nvSpPr>
        <p:spPr/>
        <p:txBody>
          <a:bodyPr/>
          <a:lstStyle/>
          <a:p>
            <a:pPr>
              <a:defRPr/>
            </a:pPr>
            <a:fld id="{095C3A6C-2EF2-4429-8171-61B701167257}" type="slidenum">
              <a:rPr lang="en-US" altLang="en-US" smtClean="0"/>
              <a:pPr>
                <a:defRPr/>
              </a:pPr>
              <a:t>36</a:t>
            </a:fld>
            <a:endParaRPr lang="en-US" altLang="en-US"/>
          </a:p>
        </p:txBody>
      </p:sp>
      <p:sp>
        <p:nvSpPr>
          <p:cNvPr id="4" name="Rectangle 2">
            <a:extLst>
              <a:ext uri="{FF2B5EF4-FFF2-40B4-BE49-F238E27FC236}">
                <a16:creationId xmlns:a16="http://schemas.microsoft.com/office/drawing/2014/main" id="{1EF20BF1-110A-4F0A-B78C-BF180770BB9C}"/>
              </a:ext>
            </a:extLst>
          </p:cNvPr>
          <p:cNvSpPr txBox="1">
            <a:spLocks noChangeArrowheads="1"/>
          </p:cNvSpPr>
          <p:nvPr/>
        </p:nvSpPr>
        <p:spPr bwMode="auto">
          <a:xfrm>
            <a:off x="2458542" y="0"/>
            <a:ext cx="7381875"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ctr" anchorCtr="0" compatLnSpc="1">
            <a:prstTxWarp prst="textNoShape">
              <a:avLst/>
            </a:prstTxWarp>
          </a:bodyPr>
          <a:lstStyle>
            <a:lvl1pPr algn="ctr" rtl="0" eaLnBrk="0" fontAlgn="base" hangingPunct="0">
              <a:lnSpc>
                <a:spcPct val="85000"/>
              </a:lnSpc>
              <a:spcBef>
                <a:spcPct val="0"/>
              </a:spcBef>
              <a:spcAft>
                <a:spcPct val="0"/>
              </a:spcAft>
              <a:defRPr sz="4000">
                <a:solidFill>
                  <a:srgbClr val="4D4D4D"/>
                </a:solidFill>
                <a:latin typeface="+mj-lt"/>
                <a:ea typeface="+mj-ea"/>
                <a:cs typeface="+mj-cs"/>
              </a:defRPr>
            </a:lvl1pPr>
            <a:lvl2pPr algn="ctr" rtl="0" eaLnBrk="0" fontAlgn="base" hangingPunct="0">
              <a:lnSpc>
                <a:spcPct val="85000"/>
              </a:lnSpc>
              <a:spcBef>
                <a:spcPct val="0"/>
              </a:spcBef>
              <a:spcAft>
                <a:spcPct val="0"/>
              </a:spcAft>
              <a:defRPr sz="4000">
                <a:solidFill>
                  <a:srgbClr val="4D4D4D"/>
                </a:solidFill>
                <a:latin typeface="Calibri" pitchFamily="34" charset="0"/>
              </a:defRPr>
            </a:lvl2pPr>
            <a:lvl3pPr algn="ctr" rtl="0" eaLnBrk="0" fontAlgn="base" hangingPunct="0">
              <a:lnSpc>
                <a:spcPct val="85000"/>
              </a:lnSpc>
              <a:spcBef>
                <a:spcPct val="0"/>
              </a:spcBef>
              <a:spcAft>
                <a:spcPct val="0"/>
              </a:spcAft>
              <a:defRPr sz="4000">
                <a:solidFill>
                  <a:srgbClr val="4D4D4D"/>
                </a:solidFill>
                <a:latin typeface="Calibri" pitchFamily="34" charset="0"/>
              </a:defRPr>
            </a:lvl3pPr>
            <a:lvl4pPr algn="ctr" rtl="0" eaLnBrk="0" fontAlgn="base" hangingPunct="0">
              <a:lnSpc>
                <a:spcPct val="85000"/>
              </a:lnSpc>
              <a:spcBef>
                <a:spcPct val="0"/>
              </a:spcBef>
              <a:spcAft>
                <a:spcPct val="0"/>
              </a:spcAft>
              <a:defRPr sz="4000">
                <a:solidFill>
                  <a:srgbClr val="4D4D4D"/>
                </a:solidFill>
                <a:latin typeface="Calibri" pitchFamily="34" charset="0"/>
              </a:defRPr>
            </a:lvl4pPr>
            <a:lvl5pPr algn="ctr" rtl="0" eaLnBrk="0" fontAlgn="base" hangingPunct="0">
              <a:lnSpc>
                <a:spcPct val="85000"/>
              </a:lnSpc>
              <a:spcBef>
                <a:spcPct val="0"/>
              </a:spcBef>
              <a:spcAft>
                <a:spcPct val="0"/>
              </a:spcAft>
              <a:defRPr sz="4000">
                <a:solidFill>
                  <a:srgbClr val="4D4D4D"/>
                </a:solidFill>
                <a:latin typeface="Calibri" pitchFamily="34" charset="0"/>
              </a:defRPr>
            </a:lvl5pPr>
            <a:lvl6pPr marL="457200" algn="ctr" rtl="0" fontAlgn="base">
              <a:lnSpc>
                <a:spcPct val="85000"/>
              </a:lnSpc>
              <a:spcBef>
                <a:spcPct val="0"/>
              </a:spcBef>
              <a:spcAft>
                <a:spcPct val="0"/>
              </a:spcAft>
              <a:defRPr sz="4000">
                <a:solidFill>
                  <a:srgbClr val="4D4D4D"/>
                </a:solidFill>
                <a:latin typeface="Times New Roman" pitchFamily="18" charset="0"/>
              </a:defRPr>
            </a:lvl6pPr>
            <a:lvl7pPr marL="914400" algn="ctr" rtl="0" fontAlgn="base">
              <a:lnSpc>
                <a:spcPct val="85000"/>
              </a:lnSpc>
              <a:spcBef>
                <a:spcPct val="0"/>
              </a:spcBef>
              <a:spcAft>
                <a:spcPct val="0"/>
              </a:spcAft>
              <a:defRPr sz="4000">
                <a:solidFill>
                  <a:srgbClr val="4D4D4D"/>
                </a:solidFill>
                <a:latin typeface="Times New Roman" pitchFamily="18" charset="0"/>
              </a:defRPr>
            </a:lvl7pPr>
            <a:lvl8pPr marL="1371600" algn="ctr" rtl="0" fontAlgn="base">
              <a:lnSpc>
                <a:spcPct val="85000"/>
              </a:lnSpc>
              <a:spcBef>
                <a:spcPct val="0"/>
              </a:spcBef>
              <a:spcAft>
                <a:spcPct val="0"/>
              </a:spcAft>
              <a:defRPr sz="4000">
                <a:solidFill>
                  <a:srgbClr val="4D4D4D"/>
                </a:solidFill>
                <a:latin typeface="Times New Roman" pitchFamily="18" charset="0"/>
              </a:defRPr>
            </a:lvl8pPr>
            <a:lvl9pPr marL="1828800" algn="ctr" rtl="0" fontAlgn="base">
              <a:lnSpc>
                <a:spcPct val="85000"/>
              </a:lnSpc>
              <a:spcBef>
                <a:spcPct val="0"/>
              </a:spcBef>
              <a:spcAft>
                <a:spcPct val="0"/>
              </a:spcAft>
              <a:defRPr sz="4000">
                <a:solidFill>
                  <a:srgbClr val="4D4D4D"/>
                </a:solidFill>
                <a:latin typeface="Times New Roman" pitchFamily="18" charset="0"/>
              </a:defRPr>
            </a:lvl9pPr>
          </a:lstStyle>
          <a:p>
            <a:pPr defTabSz="4572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en-US" sz="3200" kern="0" dirty="0">
                <a:solidFill>
                  <a:srgbClr val="000000"/>
                </a:solidFill>
              </a:rPr>
              <a:t>Como leer las </a:t>
            </a:r>
            <a:r>
              <a:rPr lang="en-GB" altLang="en-US" sz="3200" kern="0" dirty="0" err="1">
                <a:solidFill>
                  <a:srgbClr val="000000"/>
                </a:solidFill>
              </a:rPr>
              <a:t>Griegas</a:t>
            </a:r>
            <a:endParaRPr lang="en-GB" altLang="en-US" sz="3200" kern="0" dirty="0">
              <a:solidFill>
                <a:srgbClr val="000000"/>
              </a:solidFill>
            </a:endParaRPr>
          </a:p>
        </p:txBody>
      </p:sp>
      <p:pic>
        <p:nvPicPr>
          <p:cNvPr id="8" name="Picture 7">
            <a:extLst>
              <a:ext uri="{FF2B5EF4-FFF2-40B4-BE49-F238E27FC236}">
                <a16:creationId xmlns:a16="http://schemas.microsoft.com/office/drawing/2014/main" id="{A12C6B0D-89A9-453C-BA52-574977020C05}"/>
              </a:ext>
            </a:extLst>
          </p:cNvPr>
          <p:cNvPicPr>
            <a:picLocks noChangeAspect="1"/>
          </p:cNvPicPr>
          <p:nvPr/>
        </p:nvPicPr>
        <p:blipFill>
          <a:blip r:embed="rId2"/>
          <a:stretch>
            <a:fillRect/>
          </a:stretch>
        </p:blipFill>
        <p:spPr>
          <a:xfrm>
            <a:off x="3359696" y="1333922"/>
            <a:ext cx="5151356" cy="5029944"/>
          </a:xfrm>
          <a:prstGeom prst="rect">
            <a:avLst/>
          </a:prstGeom>
        </p:spPr>
      </p:pic>
    </p:spTree>
    <p:extLst>
      <p:ext uri="{BB962C8B-B14F-4D97-AF65-F5344CB8AC3E}">
        <p14:creationId xmlns:p14="http://schemas.microsoft.com/office/powerpoint/2010/main" val="3398282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6">
            <a:extLst>
              <a:ext uri="{FF2B5EF4-FFF2-40B4-BE49-F238E27FC236}">
                <a16:creationId xmlns:a16="http://schemas.microsoft.com/office/drawing/2014/main" id="{3EAAC866-38B5-4BE7-A95A-608229DB97E5}"/>
              </a:ext>
            </a:extLst>
          </p:cNvPr>
          <p:cNvSpPr>
            <a:spLocks noGrp="1" noChangeArrowheads="1"/>
          </p:cNvSpPr>
          <p:nvPr>
            <p:ph type="subTitle" idx="4294967295"/>
          </p:nvPr>
        </p:nvSpPr>
        <p:spPr>
          <a:xfrm>
            <a:off x="1524001" y="3395663"/>
            <a:ext cx="6981825" cy="2057400"/>
          </a:xfrm>
        </p:spPr>
        <p:txBody>
          <a:bodyPr>
            <a:normAutofit/>
          </a:bodyPr>
          <a:lstStyle/>
          <a:p>
            <a:pPr algn="ctr" eaLnBrk="1" hangingPunct="1">
              <a:lnSpc>
                <a:spcPct val="90000"/>
              </a:lnSpc>
              <a:buFontTx/>
              <a:buNone/>
            </a:pPr>
            <a:endParaRPr lang="es-AR" altLang="en-US" sz="2400" dirty="0">
              <a:solidFill>
                <a:srgbClr val="000000"/>
              </a:solidFill>
            </a:endParaRPr>
          </a:p>
          <a:p>
            <a:pPr algn="ctr" eaLnBrk="1" hangingPunct="1">
              <a:lnSpc>
                <a:spcPct val="90000"/>
              </a:lnSpc>
              <a:buFontTx/>
              <a:buNone/>
            </a:pPr>
            <a:endParaRPr lang="es-AR" altLang="en-US" sz="2400" dirty="0">
              <a:solidFill>
                <a:srgbClr val="000000"/>
              </a:solidFill>
            </a:endParaRPr>
          </a:p>
          <a:p>
            <a:pPr algn="ctr" eaLnBrk="1" hangingPunct="1">
              <a:lnSpc>
                <a:spcPct val="90000"/>
              </a:lnSpc>
              <a:buFontTx/>
              <a:buNone/>
            </a:pPr>
            <a:r>
              <a:rPr lang="es-AR" altLang="en-US" sz="2400" dirty="0">
                <a:solidFill>
                  <a:srgbClr val="000000"/>
                </a:solidFill>
              </a:rPr>
              <a:t>Teoría de Probabilidades </a:t>
            </a:r>
            <a:endParaRPr lang="en-US" altLang="en-US" sz="2400" dirty="0">
              <a:solidFill>
                <a:srgbClr val="000000"/>
              </a:solidFill>
            </a:endParaRPr>
          </a:p>
        </p:txBody>
      </p:sp>
      <p:sp>
        <p:nvSpPr>
          <p:cNvPr id="2054" name="Rectangle 9">
            <a:extLst>
              <a:ext uri="{FF2B5EF4-FFF2-40B4-BE49-F238E27FC236}">
                <a16:creationId xmlns:a16="http://schemas.microsoft.com/office/drawing/2014/main" id="{C97DC3A1-35E5-4E0C-8B9A-3A0E18614310}"/>
              </a:ext>
            </a:extLst>
          </p:cNvPr>
          <p:cNvSpPr>
            <a:spLocks noChangeArrowheads="1"/>
          </p:cNvSpPr>
          <p:nvPr/>
        </p:nvSpPr>
        <p:spPr bwMode="auto">
          <a:xfrm>
            <a:off x="1933604" y="1669368"/>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lr>
                <a:schemeClr val="folHlink"/>
              </a:buClr>
              <a:buChar char="•"/>
              <a:defRPr sz="3200">
                <a:solidFill>
                  <a:srgbClr val="4D4D4D"/>
                </a:solidFill>
                <a:latin typeface="Times New Roman" pitchFamily="18" charset="0"/>
              </a:defRPr>
            </a:lvl1pPr>
            <a:lvl2pPr marL="742950" indent="-285750" eaLnBrk="0" hangingPunct="0">
              <a:spcBef>
                <a:spcPct val="20000"/>
              </a:spcBef>
              <a:buClr>
                <a:schemeClr val="folHlink"/>
              </a:buClr>
              <a:buSzPct val="75000"/>
              <a:buFont typeface="Wingdings" pitchFamily="2" charset="2"/>
              <a:buChar char="Ø"/>
              <a:defRPr sz="2800">
                <a:solidFill>
                  <a:srgbClr val="4D4D4D"/>
                </a:solidFill>
                <a:latin typeface="Times New Roman" pitchFamily="18" charset="0"/>
              </a:defRPr>
            </a:lvl2pPr>
            <a:lvl3pPr marL="1143000" indent="-228600" eaLnBrk="0" hangingPunct="0">
              <a:spcBef>
                <a:spcPct val="20000"/>
              </a:spcBef>
              <a:buClr>
                <a:schemeClr val="folHlink"/>
              </a:buClr>
              <a:buSzPct val="75000"/>
              <a:buFont typeface="Wingdings" pitchFamily="2" charset="2"/>
              <a:buChar char="w"/>
              <a:defRPr sz="2400">
                <a:solidFill>
                  <a:srgbClr val="4D4D4D"/>
                </a:solidFill>
                <a:latin typeface="Times New Roman" pitchFamily="18" charset="0"/>
              </a:defRPr>
            </a:lvl3pPr>
            <a:lvl4pPr marL="1600200" indent="-228600" eaLnBrk="0" hangingPunct="0">
              <a:spcBef>
                <a:spcPct val="20000"/>
              </a:spcBef>
              <a:buClr>
                <a:schemeClr val="folHlink"/>
              </a:buClr>
              <a:buSzPct val="75000"/>
              <a:buFont typeface="Wingdings" pitchFamily="2" charset="2"/>
              <a:buChar char="§"/>
              <a:defRPr sz="2000">
                <a:solidFill>
                  <a:srgbClr val="4D4D4D"/>
                </a:solidFill>
                <a:latin typeface="Times New Roman" pitchFamily="18" charset="0"/>
              </a:defRPr>
            </a:lvl4pPr>
            <a:lvl5pPr marL="2057400" indent="-228600" eaLnBrk="0" hangingPunct="0">
              <a:spcBef>
                <a:spcPct val="20000"/>
              </a:spcBef>
              <a:buClr>
                <a:schemeClr val="folHlink"/>
              </a:buClr>
              <a:buFont typeface="Times New Roman" pitchFamily="18" charset="0"/>
              <a:buChar char="-"/>
              <a:defRPr sz="2000">
                <a:solidFill>
                  <a:srgbClr val="4D4D4D"/>
                </a:solidFill>
                <a:latin typeface="Times New Roman" pitchFamily="18" charset="0"/>
              </a:defRPr>
            </a:lvl5pPr>
            <a:lvl6pPr marL="2514600" indent="-228600" eaLnBrk="0" fontAlgn="base" hangingPunct="0">
              <a:spcBef>
                <a:spcPct val="20000"/>
              </a:spcBef>
              <a:spcAft>
                <a:spcPct val="0"/>
              </a:spcAft>
              <a:buClr>
                <a:schemeClr val="folHlink"/>
              </a:buClr>
              <a:buFont typeface="Times New Roman" pitchFamily="18" charset="0"/>
              <a:buChar char="-"/>
              <a:defRPr sz="2000">
                <a:solidFill>
                  <a:srgbClr val="4D4D4D"/>
                </a:solidFill>
                <a:latin typeface="Times New Roman" pitchFamily="18" charset="0"/>
              </a:defRPr>
            </a:lvl6pPr>
            <a:lvl7pPr marL="2971800" indent="-228600" eaLnBrk="0" fontAlgn="base" hangingPunct="0">
              <a:spcBef>
                <a:spcPct val="20000"/>
              </a:spcBef>
              <a:spcAft>
                <a:spcPct val="0"/>
              </a:spcAft>
              <a:buClr>
                <a:schemeClr val="folHlink"/>
              </a:buClr>
              <a:buFont typeface="Times New Roman" pitchFamily="18" charset="0"/>
              <a:buChar char="-"/>
              <a:defRPr sz="2000">
                <a:solidFill>
                  <a:srgbClr val="4D4D4D"/>
                </a:solidFill>
                <a:latin typeface="Times New Roman" pitchFamily="18" charset="0"/>
              </a:defRPr>
            </a:lvl7pPr>
            <a:lvl8pPr marL="3429000" indent="-228600" eaLnBrk="0" fontAlgn="base" hangingPunct="0">
              <a:spcBef>
                <a:spcPct val="20000"/>
              </a:spcBef>
              <a:spcAft>
                <a:spcPct val="0"/>
              </a:spcAft>
              <a:buClr>
                <a:schemeClr val="folHlink"/>
              </a:buClr>
              <a:buFont typeface="Times New Roman" pitchFamily="18" charset="0"/>
              <a:buChar char="-"/>
              <a:defRPr sz="2000">
                <a:solidFill>
                  <a:srgbClr val="4D4D4D"/>
                </a:solidFill>
                <a:latin typeface="Times New Roman" pitchFamily="18" charset="0"/>
              </a:defRPr>
            </a:lvl8pPr>
            <a:lvl9pPr marL="3886200" indent="-228600" eaLnBrk="0" fontAlgn="base" hangingPunct="0">
              <a:spcBef>
                <a:spcPct val="20000"/>
              </a:spcBef>
              <a:spcAft>
                <a:spcPct val="0"/>
              </a:spcAft>
              <a:buClr>
                <a:schemeClr val="folHlink"/>
              </a:buClr>
              <a:buFont typeface="Times New Roman" pitchFamily="18" charset="0"/>
              <a:buChar char="-"/>
              <a:defRPr sz="2000">
                <a:solidFill>
                  <a:srgbClr val="4D4D4D"/>
                </a:solidFill>
                <a:latin typeface="Times New Roman" pitchFamily="18" charset="0"/>
              </a:defRPr>
            </a:lvl9pPr>
          </a:lstStyle>
          <a:p>
            <a:pPr algn="ctr" eaLnBrk="1" hangingPunct="1">
              <a:lnSpc>
                <a:spcPct val="85000"/>
              </a:lnSpc>
              <a:spcBef>
                <a:spcPct val="0"/>
              </a:spcBef>
              <a:buClrTx/>
              <a:buFontTx/>
              <a:buNone/>
              <a:defRPr/>
            </a:pPr>
            <a:r>
              <a:rPr lang="en-US" altLang="en-US" sz="4000" dirty="0" err="1">
                <a:solidFill>
                  <a:srgbClr val="000000"/>
                </a:solidFill>
                <a:latin typeface="+mn-lt"/>
              </a:rPr>
              <a:t>Apendice</a:t>
            </a:r>
            <a:endParaRPr lang="en-US" altLang="en-US" sz="4000" dirty="0">
              <a:solidFill>
                <a:srgbClr val="000000"/>
              </a:solidFill>
              <a:latin typeface="+mn-lt"/>
            </a:endParaRPr>
          </a:p>
        </p:txBody>
      </p:sp>
      <p:sp>
        <p:nvSpPr>
          <p:cNvPr id="4104" name="Line 22">
            <a:extLst>
              <a:ext uri="{FF2B5EF4-FFF2-40B4-BE49-F238E27FC236}">
                <a16:creationId xmlns:a16="http://schemas.microsoft.com/office/drawing/2014/main" id="{B8AF241C-92FF-4369-99C6-4BFD7E032E3B}"/>
              </a:ext>
            </a:extLst>
          </p:cNvPr>
          <p:cNvSpPr>
            <a:spLocks noChangeShapeType="1"/>
          </p:cNvSpPr>
          <p:nvPr/>
        </p:nvSpPr>
        <p:spPr bwMode="auto">
          <a:xfrm>
            <a:off x="1828800" y="1268760"/>
            <a:ext cx="8458200"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4105" name="Line 23">
            <a:extLst>
              <a:ext uri="{FF2B5EF4-FFF2-40B4-BE49-F238E27FC236}">
                <a16:creationId xmlns:a16="http://schemas.microsoft.com/office/drawing/2014/main" id="{216886FB-126A-4D10-92C7-22C7C0CCC520}"/>
              </a:ext>
            </a:extLst>
          </p:cNvPr>
          <p:cNvSpPr>
            <a:spLocks noChangeShapeType="1"/>
          </p:cNvSpPr>
          <p:nvPr/>
        </p:nvSpPr>
        <p:spPr bwMode="auto">
          <a:xfrm>
            <a:off x="1905000" y="3212976"/>
            <a:ext cx="8458200"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lstStyle/>
          <a:p>
            <a:endParaRPr lang="en-US"/>
          </a:p>
        </p:txBody>
      </p:sp>
    </p:spTree>
    <p:extLst>
      <p:ext uri="{BB962C8B-B14F-4D97-AF65-F5344CB8AC3E}">
        <p14:creationId xmlns:p14="http://schemas.microsoft.com/office/powerpoint/2010/main" val="2255546368"/>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DB87A38-28D2-46FF-8620-E7554D41DA21}"/>
              </a:ext>
            </a:extLst>
          </p:cNvPr>
          <p:cNvPicPr>
            <a:picLocks noChangeAspect="1"/>
          </p:cNvPicPr>
          <p:nvPr/>
        </p:nvPicPr>
        <p:blipFill>
          <a:blip r:embed="rId2"/>
          <a:stretch>
            <a:fillRect/>
          </a:stretch>
        </p:blipFill>
        <p:spPr>
          <a:xfrm>
            <a:off x="1621073" y="0"/>
            <a:ext cx="8949854" cy="6858000"/>
          </a:xfrm>
          <a:prstGeom prst="rect">
            <a:avLst/>
          </a:prstGeom>
        </p:spPr>
      </p:pic>
    </p:spTree>
    <p:extLst>
      <p:ext uri="{BB962C8B-B14F-4D97-AF65-F5344CB8AC3E}">
        <p14:creationId xmlns:p14="http://schemas.microsoft.com/office/powerpoint/2010/main" val="1003157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2F2EC4F-C8F4-4025-A2C4-461E2811CE73}"/>
              </a:ext>
            </a:extLst>
          </p:cNvPr>
          <p:cNvPicPr>
            <a:picLocks noChangeAspect="1"/>
          </p:cNvPicPr>
          <p:nvPr/>
        </p:nvPicPr>
        <p:blipFill>
          <a:blip r:embed="rId2"/>
          <a:stretch>
            <a:fillRect/>
          </a:stretch>
        </p:blipFill>
        <p:spPr>
          <a:xfrm>
            <a:off x="1499062" y="0"/>
            <a:ext cx="9193876" cy="6858000"/>
          </a:xfrm>
          <a:prstGeom prst="rect">
            <a:avLst/>
          </a:prstGeom>
        </p:spPr>
      </p:pic>
    </p:spTree>
    <p:extLst>
      <p:ext uri="{BB962C8B-B14F-4D97-AF65-F5344CB8AC3E}">
        <p14:creationId xmlns:p14="http://schemas.microsoft.com/office/powerpoint/2010/main" val="22245258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75E34E2-FAD3-401A-8D32-5ED5F91564A2}"/>
              </a:ext>
            </a:extLst>
          </p:cNvPr>
          <p:cNvPicPr>
            <a:picLocks noChangeAspect="1"/>
          </p:cNvPicPr>
          <p:nvPr/>
        </p:nvPicPr>
        <p:blipFill>
          <a:blip r:embed="rId2"/>
          <a:stretch>
            <a:fillRect/>
          </a:stretch>
        </p:blipFill>
        <p:spPr>
          <a:xfrm>
            <a:off x="1460967" y="0"/>
            <a:ext cx="9270066" cy="6858000"/>
          </a:xfrm>
          <a:prstGeom prst="rect">
            <a:avLst/>
          </a:prstGeom>
        </p:spPr>
      </p:pic>
    </p:spTree>
    <p:extLst>
      <p:ext uri="{BB962C8B-B14F-4D97-AF65-F5344CB8AC3E}">
        <p14:creationId xmlns:p14="http://schemas.microsoft.com/office/powerpoint/2010/main" val="16202892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7D5BA44-D60C-40B8-ADDF-4368F106375F}"/>
              </a:ext>
            </a:extLst>
          </p:cNvPr>
          <p:cNvPicPr>
            <a:picLocks noChangeAspect="1"/>
          </p:cNvPicPr>
          <p:nvPr/>
        </p:nvPicPr>
        <p:blipFill>
          <a:blip r:embed="rId2"/>
          <a:stretch>
            <a:fillRect/>
          </a:stretch>
        </p:blipFill>
        <p:spPr>
          <a:xfrm>
            <a:off x="1349453" y="0"/>
            <a:ext cx="9493094" cy="6858000"/>
          </a:xfrm>
          <a:prstGeom prst="rect">
            <a:avLst/>
          </a:prstGeom>
        </p:spPr>
      </p:pic>
    </p:spTree>
    <p:extLst>
      <p:ext uri="{BB962C8B-B14F-4D97-AF65-F5344CB8AC3E}">
        <p14:creationId xmlns:p14="http://schemas.microsoft.com/office/powerpoint/2010/main" val="29221799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6DCBE5C-D878-4A1E-ADDB-786425E8387D}"/>
              </a:ext>
            </a:extLst>
          </p:cNvPr>
          <p:cNvPicPr>
            <a:picLocks noChangeAspect="1"/>
          </p:cNvPicPr>
          <p:nvPr/>
        </p:nvPicPr>
        <p:blipFill>
          <a:blip r:embed="rId2"/>
          <a:stretch>
            <a:fillRect/>
          </a:stretch>
        </p:blipFill>
        <p:spPr>
          <a:xfrm>
            <a:off x="1621276" y="0"/>
            <a:ext cx="8949447" cy="6858000"/>
          </a:xfrm>
          <a:prstGeom prst="rect">
            <a:avLst/>
          </a:prstGeom>
        </p:spPr>
      </p:pic>
    </p:spTree>
    <p:extLst>
      <p:ext uri="{BB962C8B-B14F-4D97-AF65-F5344CB8AC3E}">
        <p14:creationId xmlns:p14="http://schemas.microsoft.com/office/powerpoint/2010/main" val="28326874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BE2113-ADAE-46E1-986E-4BDC472649B1}"/>
              </a:ext>
            </a:extLst>
          </p:cNvPr>
          <p:cNvPicPr>
            <a:picLocks noChangeAspect="1"/>
          </p:cNvPicPr>
          <p:nvPr/>
        </p:nvPicPr>
        <p:blipFill>
          <a:blip r:embed="rId2"/>
          <a:stretch>
            <a:fillRect/>
          </a:stretch>
        </p:blipFill>
        <p:spPr>
          <a:xfrm>
            <a:off x="1460026" y="0"/>
            <a:ext cx="9271948" cy="6858000"/>
          </a:xfrm>
          <a:prstGeom prst="rect">
            <a:avLst/>
          </a:prstGeom>
        </p:spPr>
      </p:pic>
    </p:spTree>
    <p:extLst>
      <p:ext uri="{BB962C8B-B14F-4D97-AF65-F5344CB8AC3E}">
        <p14:creationId xmlns:p14="http://schemas.microsoft.com/office/powerpoint/2010/main" val="19728874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02CA8C4-A23B-4A17-AA0F-2C0C7F908534}"/>
              </a:ext>
            </a:extLst>
          </p:cNvPr>
          <p:cNvPicPr>
            <a:picLocks noChangeAspect="1"/>
          </p:cNvPicPr>
          <p:nvPr/>
        </p:nvPicPr>
        <p:blipFill>
          <a:blip r:embed="rId2"/>
          <a:stretch>
            <a:fillRect/>
          </a:stretch>
        </p:blipFill>
        <p:spPr>
          <a:xfrm>
            <a:off x="1503368" y="0"/>
            <a:ext cx="9185264" cy="6858000"/>
          </a:xfrm>
          <a:prstGeom prst="rect">
            <a:avLst/>
          </a:prstGeom>
        </p:spPr>
      </p:pic>
    </p:spTree>
    <p:extLst>
      <p:ext uri="{BB962C8B-B14F-4D97-AF65-F5344CB8AC3E}">
        <p14:creationId xmlns:p14="http://schemas.microsoft.com/office/powerpoint/2010/main" val="21117224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E184CE6-74D8-41DD-B0D9-A01B593D09DF}"/>
              </a:ext>
            </a:extLst>
          </p:cNvPr>
          <p:cNvPicPr>
            <a:picLocks noChangeAspect="1"/>
          </p:cNvPicPr>
          <p:nvPr/>
        </p:nvPicPr>
        <p:blipFill>
          <a:blip r:embed="rId2"/>
          <a:stretch>
            <a:fillRect/>
          </a:stretch>
        </p:blipFill>
        <p:spPr>
          <a:xfrm>
            <a:off x="1384269" y="0"/>
            <a:ext cx="9423462" cy="6858000"/>
          </a:xfrm>
          <a:prstGeom prst="rect">
            <a:avLst/>
          </a:prstGeom>
        </p:spPr>
      </p:pic>
    </p:spTree>
    <p:extLst>
      <p:ext uri="{BB962C8B-B14F-4D97-AF65-F5344CB8AC3E}">
        <p14:creationId xmlns:p14="http://schemas.microsoft.com/office/powerpoint/2010/main" val="25865421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A5B51BA-1380-4C9C-A3E6-605FBD516B32}"/>
              </a:ext>
            </a:extLst>
          </p:cNvPr>
          <p:cNvPicPr>
            <a:picLocks noChangeAspect="1"/>
          </p:cNvPicPr>
          <p:nvPr/>
        </p:nvPicPr>
        <p:blipFill>
          <a:blip r:embed="rId2"/>
          <a:stretch>
            <a:fillRect/>
          </a:stretch>
        </p:blipFill>
        <p:spPr>
          <a:xfrm>
            <a:off x="1509103" y="0"/>
            <a:ext cx="9173794" cy="6858000"/>
          </a:xfrm>
          <a:prstGeom prst="rect">
            <a:avLst/>
          </a:prstGeom>
        </p:spPr>
      </p:pic>
    </p:spTree>
    <p:extLst>
      <p:ext uri="{BB962C8B-B14F-4D97-AF65-F5344CB8AC3E}">
        <p14:creationId xmlns:p14="http://schemas.microsoft.com/office/powerpoint/2010/main" val="41744325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517326B-B7E8-43E5-AE8D-AEEDF57A9232}"/>
              </a:ext>
            </a:extLst>
          </p:cNvPr>
          <p:cNvPicPr>
            <a:picLocks noChangeAspect="1"/>
          </p:cNvPicPr>
          <p:nvPr/>
        </p:nvPicPr>
        <p:blipFill>
          <a:blip r:embed="rId2"/>
          <a:stretch>
            <a:fillRect/>
          </a:stretch>
        </p:blipFill>
        <p:spPr>
          <a:xfrm>
            <a:off x="1911392" y="0"/>
            <a:ext cx="8369215" cy="6858000"/>
          </a:xfrm>
          <a:prstGeom prst="rect">
            <a:avLst/>
          </a:prstGeom>
        </p:spPr>
      </p:pic>
    </p:spTree>
    <p:extLst>
      <p:ext uri="{BB962C8B-B14F-4D97-AF65-F5344CB8AC3E}">
        <p14:creationId xmlns:p14="http://schemas.microsoft.com/office/powerpoint/2010/main" val="41646446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44417E4-355A-4F66-BBAE-00B5C9226C66}"/>
              </a:ext>
            </a:extLst>
          </p:cNvPr>
          <p:cNvPicPr>
            <a:picLocks noChangeAspect="1"/>
          </p:cNvPicPr>
          <p:nvPr/>
        </p:nvPicPr>
        <p:blipFill>
          <a:blip r:embed="rId2"/>
          <a:stretch>
            <a:fillRect/>
          </a:stretch>
        </p:blipFill>
        <p:spPr>
          <a:xfrm>
            <a:off x="1161361" y="0"/>
            <a:ext cx="9869277" cy="6858000"/>
          </a:xfrm>
          <a:prstGeom prst="rect">
            <a:avLst/>
          </a:prstGeom>
        </p:spPr>
      </p:pic>
    </p:spTree>
    <p:extLst>
      <p:ext uri="{BB962C8B-B14F-4D97-AF65-F5344CB8AC3E}">
        <p14:creationId xmlns:p14="http://schemas.microsoft.com/office/powerpoint/2010/main" val="35103574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C0FB7B2-62E2-481A-A63A-A9FB72F46223}"/>
              </a:ext>
            </a:extLst>
          </p:cNvPr>
          <p:cNvPicPr>
            <a:picLocks noChangeAspect="1"/>
          </p:cNvPicPr>
          <p:nvPr/>
        </p:nvPicPr>
        <p:blipFill>
          <a:blip r:embed="rId2"/>
          <a:stretch>
            <a:fillRect/>
          </a:stretch>
        </p:blipFill>
        <p:spPr>
          <a:xfrm>
            <a:off x="1163817" y="0"/>
            <a:ext cx="9864366" cy="6858000"/>
          </a:xfrm>
          <a:prstGeom prst="rect">
            <a:avLst/>
          </a:prstGeom>
        </p:spPr>
      </p:pic>
    </p:spTree>
    <p:extLst>
      <p:ext uri="{BB962C8B-B14F-4D97-AF65-F5344CB8AC3E}">
        <p14:creationId xmlns:p14="http://schemas.microsoft.com/office/powerpoint/2010/main" val="17671792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CBF23A4-9722-48B5-A47C-94D52DECE6B9}"/>
              </a:ext>
            </a:extLst>
          </p:cNvPr>
          <p:cNvPicPr>
            <a:picLocks noChangeAspect="1"/>
          </p:cNvPicPr>
          <p:nvPr/>
        </p:nvPicPr>
        <p:blipFill>
          <a:blip r:embed="rId2"/>
          <a:stretch>
            <a:fillRect/>
          </a:stretch>
        </p:blipFill>
        <p:spPr>
          <a:xfrm>
            <a:off x="1466001" y="9832"/>
            <a:ext cx="9259998" cy="6858000"/>
          </a:xfrm>
          <a:prstGeom prst="rect">
            <a:avLst/>
          </a:prstGeom>
        </p:spPr>
      </p:pic>
    </p:spTree>
    <p:extLst>
      <p:ext uri="{BB962C8B-B14F-4D97-AF65-F5344CB8AC3E}">
        <p14:creationId xmlns:p14="http://schemas.microsoft.com/office/powerpoint/2010/main" val="29643797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6">
            <a:extLst>
              <a:ext uri="{FF2B5EF4-FFF2-40B4-BE49-F238E27FC236}">
                <a16:creationId xmlns:a16="http://schemas.microsoft.com/office/drawing/2014/main" id="{3EAAC866-38B5-4BE7-A95A-608229DB97E5}"/>
              </a:ext>
            </a:extLst>
          </p:cNvPr>
          <p:cNvSpPr>
            <a:spLocks noGrp="1" noChangeArrowheads="1"/>
          </p:cNvSpPr>
          <p:nvPr>
            <p:ph type="subTitle" idx="4294967295"/>
          </p:nvPr>
        </p:nvSpPr>
        <p:spPr>
          <a:xfrm>
            <a:off x="1524001" y="3395663"/>
            <a:ext cx="6981825" cy="2057400"/>
          </a:xfrm>
        </p:spPr>
        <p:txBody>
          <a:bodyPr>
            <a:normAutofit/>
          </a:bodyPr>
          <a:lstStyle/>
          <a:p>
            <a:pPr algn="ctr" eaLnBrk="1" hangingPunct="1">
              <a:lnSpc>
                <a:spcPct val="90000"/>
              </a:lnSpc>
              <a:buFontTx/>
              <a:buNone/>
            </a:pPr>
            <a:endParaRPr lang="es-AR" altLang="en-US" sz="2400" dirty="0">
              <a:solidFill>
                <a:srgbClr val="000000"/>
              </a:solidFill>
            </a:endParaRPr>
          </a:p>
          <a:p>
            <a:pPr algn="ctr" eaLnBrk="1" hangingPunct="1">
              <a:lnSpc>
                <a:spcPct val="90000"/>
              </a:lnSpc>
              <a:buFontTx/>
              <a:buNone/>
            </a:pPr>
            <a:endParaRPr lang="es-AR" altLang="en-US" sz="2400" dirty="0">
              <a:solidFill>
                <a:srgbClr val="000000"/>
              </a:solidFill>
            </a:endParaRPr>
          </a:p>
          <a:p>
            <a:pPr algn="ctr" eaLnBrk="1" hangingPunct="1">
              <a:lnSpc>
                <a:spcPct val="90000"/>
              </a:lnSpc>
              <a:buFontTx/>
              <a:buNone/>
            </a:pPr>
            <a:r>
              <a:rPr lang="es-AR" altLang="en-US" sz="2400" dirty="0">
                <a:solidFill>
                  <a:srgbClr val="000000"/>
                </a:solidFill>
              </a:rPr>
              <a:t>De la Ecuación de Black Scholes a la Formula de Black Scholes, pasando por la Ecuación del Calor</a:t>
            </a:r>
            <a:endParaRPr lang="en-US" altLang="en-US" sz="2400" dirty="0">
              <a:solidFill>
                <a:srgbClr val="000000"/>
              </a:solidFill>
            </a:endParaRPr>
          </a:p>
        </p:txBody>
      </p:sp>
      <p:sp>
        <p:nvSpPr>
          <p:cNvPr id="2054" name="Rectangle 9">
            <a:extLst>
              <a:ext uri="{FF2B5EF4-FFF2-40B4-BE49-F238E27FC236}">
                <a16:creationId xmlns:a16="http://schemas.microsoft.com/office/drawing/2014/main" id="{C97DC3A1-35E5-4E0C-8B9A-3A0E18614310}"/>
              </a:ext>
            </a:extLst>
          </p:cNvPr>
          <p:cNvSpPr>
            <a:spLocks noChangeArrowheads="1"/>
          </p:cNvSpPr>
          <p:nvPr/>
        </p:nvSpPr>
        <p:spPr bwMode="auto">
          <a:xfrm>
            <a:off x="1933604" y="1669368"/>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lr>
                <a:schemeClr val="folHlink"/>
              </a:buClr>
              <a:buChar char="•"/>
              <a:defRPr sz="3200">
                <a:solidFill>
                  <a:srgbClr val="4D4D4D"/>
                </a:solidFill>
                <a:latin typeface="Times New Roman" pitchFamily="18" charset="0"/>
              </a:defRPr>
            </a:lvl1pPr>
            <a:lvl2pPr marL="742950" indent="-285750" eaLnBrk="0" hangingPunct="0">
              <a:spcBef>
                <a:spcPct val="20000"/>
              </a:spcBef>
              <a:buClr>
                <a:schemeClr val="folHlink"/>
              </a:buClr>
              <a:buSzPct val="75000"/>
              <a:buFont typeface="Wingdings" pitchFamily="2" charset="2"/>
              <a:buChar char="Ø"/>
              <a:defRPr sz="2800">
                <a:solidFill>
                  <a:srgbClr val="4D4D4D"/>
                </a:solidFill>
                <a:latin typeface="Times New Roman" pitchFamily="18" charset="0"/>
              </a:defRPr>
            </a:lvl2pPr>
            <a:lvl3pPr marL="1143000" indent="-228600" eaLnBrk="0" hangingPunct="0">
              <a:spcBef>
                <a:spcPct val="20000"/>
              </a:spcBef>
              <a:buClr>
                <a:schemeClr val="folHlink"/>
              </a:buClr>
              <a:buSzPct val="75000"/>
              <a:buFont typeface="Wingdings" pitchFamily="2" charset="2"/>
              <a:buChar char="w"/>
              <a:defRPr sz="2400">
                <a:solidFill>
                  <a:srgbClr val="4D4D4D"/>
                </a:solidFill>
                <a:latin typeface="Times New Roman" pitchFamily="18" charset="0"/>
              </a:defRPr>
            </a:lvl3pPr>
            <a:lvl4pPr marL="1600200" indent="-228600" eaLnBrk="0" hangingPunct="0">
              <a:spcBef>
                <a:spcPct val="20000"/>
              </a:spcBef>
              <a:buClr>
                <a:schemeClr val="folHlink"/>
              </a:buClr>
              <a:buSzPct val="75000"/>
              <a:buFont typeface="Wingdings" pitchFamily="2" charset="2"/>
              <a:buChar char="§"/>
              <a:defRPr sz="2000">
                <a:solidFill>
                  <a:srgbClr val="4D4D4D"/>
                </a:solidFill>
                <a:latin typeface="Times New Roman" pitchFamily="18" charset="0"/>
              </a:defRPr>
            </a:lvl4pPr>
            <a:lvl5pPr marL="2057400" indent="-228600" eaLnBrk="0" hangingPunct="0">
              <a:spcBef>
                <a:spcPct val="20000"/>
              </a:spcBef>
              <a:buClr>
                <a:schemeClr val="folHlink"/>
              </a:buClr>
              <a:buFont typeface="Times New Roman" pitchFamily="18" charset="0"/>
              <a:buChar char="-"/>
              <a:defRPr sz="2000">
                <a:solidFill>
                  <a:srgbClr val="4D4D4D"/>
                </a:solidFill>
                <a:latin typeface="Times New Roman" pitchFamily="18" charset="0"/>
              </a:defRPr>
            </a:lvl5pPr>
            <a:lvl6pPr marL="2514600" indent="-228600" eaLnBrk="0" fontAlgn="base" hangingPunct="0">
              <a:spcBef>
                <a:spcPct val="20000"/>
              </a:spcBef>
              <a:spcAft>
                <a:spcPct val="0"/>
              </a:spcAft>
              <a:buClr>
                <a:schemeClr val="folHlink"/>
              </a:buClr>
              <a:buFont typeface="Times New Roman" pitchFamily="18" charset="0"/>
              <a:buChar char="-"/>
              <a:defRPr sz="2000">
                <a:solidFill>
                  <a:srgbClr val="4D4D4D"/>
                </a:solidFill>
                <a:latin typeface="Times New Roman" pitchFamily="18" charset="0"/>
              </a:defRPr>
            </a:lvl6pPr>
            <a:lvl7pPr marL="2971800" indent="-228600" eaLnBrk="0" fontAlgn="base" hangingPunct="0">
              <a:spcBef>
                <a:spcPct val="20000"/>
              </a:spcBef>
              <a:spcAft>
                <a:spcPct val="0"/>
              </a:spcAft>
              <a:buClr>
                <a:schemeClr val="folHlink"/>
              </a:buClr>
              <a:buFont typeface="Times New Roman" pitchFamily="18" charset="0"/>
              <a:buChar char="-"/>
              <a:defRPr sz="2000">
                <a:solidFill>
                  <a:srgbClr val="4D4D4D"/>
                </a:solidFill>
                <a:latin typeface="Times New Roman" pitchFamily="18" charset="0"/>
              </a:defRPr>
            </a:lvl7pPr>
            <a:lvl8pPr marL="3429000" indent="-228600" eaLnBrk="0" fontAlgn="base" hangingPunct="0">
              <a:spcBef>
                <a:spcPct val="20000"/>
              </a:spcBef>
              <a:spcAft>
                <a:spcPct val="0"/>
              </a:spcAft>
              <a:buClr>
                <a:schemeClr val="folHlink"/>
              </a:buClr>
              <a:buFont typeface="Times New Roman" pitchFamily="18" charset="0"/>
              <a:buChar char="-"/>
              <a:defRPr sz="2000">
                <a:solidFill>
                  <a:srgbClr val="4D4D4D"/>
                </a:solidFill>
                <a:latin typeface="Times New Roman" pitchFamily="18" charset="0"/>
              </a:defRPr>
            </a:lvl8pPr>
            <a:lvl9pPr marL="3886200" indent="-228600" eaLnBrk="0" fontAlgn="base" hangingPunct="0">
              <a:spcBef>
                <a:spcPct val="20000"/>
              </a:spcBef>
              <a:spcAft>
                <a:spcPct val="0"/>
              </a:spcAft>
              <a:buClr>
                <a:schemeClr val="folHlink"/>
              </a:buClr>
              <a:buFont typeface="Times New Roman" pitchFamily="18" charset="0"/>
              <a:buChar char="-"/>
              <a:defRPr sz="2000">
                <a:solidFill>
                  <a:srgbClr val="4D4D4D"/>
                </a:solidFill>
                <a:latin typeface="Times New Roman" pitchFamily="18" charset="0"/>
              </a:defRPr>
            </a:lvl9pPr>
          </a:lstStyle>
          <a:p>
            <a:pPr algn="ctr" eaLnBrk="1" hangingPunct="1">
              <a:lnSpc>
                <a:spcPct val="85000"/>
              </a:lnSpc>
              <a:spcBef>
                <a:spcPct val="0"/>
              </a:spcBef>
              <a:buClrTx/>
              <a:buFontTx/>
              <a:buNone/>
              <a:defRPr/>
            </a:pPr>
            <a:r>
              <a:rPr lang="en-US" altLang="en-US" sz="4000" dirty="0" err="1">
                <a:solidFill>
                  <a:srgbClr val="000000"/>
                </a:solidFill>
                <a:latin typeface="+mn-lt"/>
              </a:rPr>
              <a:t>Apendice</a:t>
            </a:r>
            <a:endParaRPr lang="en-US" altLang="en-US" sz="4000" dirty="0">
              <a:solidFill>
                <a:srgbClr val="000000"/>
              </a:solidFill>
              <a:latin typeface="+mn-lt"/>
            </a:endParaRPr>
          </a:p>
        </p:txBody>
      </p:sp>
      <p:sp>
        <p:nvSpPr>
          <p:cNvPr id="4104" name="Line 22">
            <a:extLst>
              <a:ext uri="{FF2B5EF4-FFF2-40B4-BE49-F238E27FC236}">
                <a16:creationId xmlns:a16="http://schemas.microsoft.com/office/drawing/2014/main" id="{B8AF241C-92FF-4369-99C6-4BFD7E032E3B}"/>
              </a:ext>
            </a:extLst>
          </p:cNvPr>
          <p:cNvSpPr>
            <a:spLocks noChangeShapeType="1"/>
          </p:cNvSpPr>
          <p:nvPr/>
        </p:nvSpPr>
        <p:spPr bwMode="auto">
          <a:xfrm>
            <a:off x="1828800" y="1268760"/>
            <a:ext cx="8458200"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4105" name="Line 23">
            <a:extLst>
              <a:ext uri="{FF2B5EF4-FFF2-40B4-BE49-F238E27FC236}">
                <a16:creationId xmlns:a16="http://schemas.microsoft.com/office/drawing/2014/main" id="{216886FB-126A-4D10-92C7-22C7C0CCC520}"/>
              </a:ext>
            </a:extLst>
          </p:cNvPr>
          <p:cNvSpPr>
            <a:spLocks noChangeShapeType="1"/>
          </p:cNvSpPr>
          <p:nvPr/>
        </p:nvSpPr>
        <p:spPr bwMode="auto">
          <a:xfrm>
            <a:off x="1905000" y="3212976"/>
            <a:ext cx="8458200"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lstStyle/>
          <a:p>
            <a:endParaRPr lang="en-US"/>
          </a:p>
        </p:txBody>
      </p:sp>
    </p:spTree>
    <p:extLst>
      <p:ext uri="{BB962C8B-B14F-4D97-AF65-F5344CB8AC3E}">
        <p14:creationId xmlns:p14="http://schemas.microsoft.com/office/powerpoint/2010/main" val="381528969"/>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3">
            <a:extLst>
              <a:ext uri="{FF2B5EF4-FFF2-40B4-BE49-F238E27FC236}">
                <a16:creationId xmlns:a16="http://schemas.microsoft.com/office/drawing/2014/main" id="{6C3AC5A9-0DB7-4C4D-8E0E-97D9BCED5890}"/>
              </a:ext>
            </a:extLst>
          </p:cNvPr>
          <p:cNvSpPr txBox="1">
            <a:spLocks noGrp="1"/>
          </p:cNvSpPr>
          <p:nvPr/>
        </p:nvSpPr>
        <p:spPr bwMode="auto">
          <a:xfrm>
            <a:off x="8534401" y="6553201"/>
            <a:ext cx="2132013"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4D4D4D"/>
                </a:solidFill>
                <a:latin typeface="Calibri" panose="020F0502020204030204" pitchFamily="34" charset="0"/>
              </a:defRPr>
            </a:lvl1pPr>
            <a:lvl2pPr marL="742950" indent="-285750" defTabSz="457200">
              <a:spcBef>
                <a:spcPct val="20000"/>
              </a:spcBef>
              <a:buClr>
                <a:schemeClr val="folHlink"/>
              </a:buClr>
              <a:buSzPct val="75000"/>
              <a:buFont typeface="Wingdings" panose="05000000000000000000" pitchFamily="2" charset="2"/>
              <a:buChar char="Ø"/>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4D4D4D"/>
                </a:solidFill>
                <a:latin typeface="Calibri" panose="020F0502020204030204" pitchFamily="34" charset="0"/>
              </a:defRPr>
            </a:lvl2pPr>
            <a:lvl3pPr marL="1143000" indent="-228600" defTabSz="457200">
              <a:spcBef>
                <a:spcPct val="20000"/>
              </a:spcBef>
              <a:buClr>
                <a:schemeClr val="folHlink"/>
              </a:buClr>
              <a:buSzPct val="75000"/>
              <a:buFont typeface="Wingdings" panose="05000000000000000000" pitchFamily="2" charset="2"/>
              <a:buChar char="w"/>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D4D4D"/>
                </a:solidFill>
                <a:latin typeface="Calibri" panose="020F0502020204030204" pitchFamily="34" charset="0"/>
              </a:defRPr>
            </a:lvl3pPr>
            <a:lvl4pPr marL="1600200" indent="-228600" defTabSz="457200">
              <a:spcBef>
                <a:spcPct val="20000"/>
              </a:spcBef>
              <a:buClr>
                <a:schemeClr val="folHlink"/>
              </a:buClr>
              <a:buSzPct val="75000"/>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4pPr>
            <a:lvl5pPr marL="2057400" indent="-228600" defTabSz="457200">
              <a:spcBef>
                <a:spcPct val="20000"/>
              </a:spcBef>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5pPr>
            <a:lvl6pPr marL="25146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6pPr>
            <a:lvl7pPr marL="29718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7pPr>
            <a:lvl8pPr marL="34290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8pPr>
            <a:lvl9pPr marL="38862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9pPr>
          </a:lstStyle>
          <a:p>
            <a:pPr algn="r">
              <a:spcBef>
                <a:spcPct val="0"/>
              </a:spcBef>
              <a:buClr>
                <a:srgbClr val="4D4D4D"/>
              </a:buClr>
              <a:buFont typeface="Times New Roman" panose="02020603050405020304" pitchFamily="18" charset="0"/>
              <a:buNone/>
            </a:pPr>
            <a:fld id="{67709870-7819-45E1-BAEA-EE19D085AA13}" type="slidenum">
              <a:rPr lang="en-GB" altLang="en-US" sz="1400">
                <a:latin typeface="Times New Roman" panose="02020603050405020304" pitchFamily="18" charset="0"/>
                <a:cs typeface="Lucida Sans Unicode" panose="020B0602030504020204" pitchFamily="34" charset="0"/>
              </a:rPr>
              <a:pPr algn="r">
                <a:spcBef>
                  <a:spcPct val="0"/>
                </a:spcBef>
                <a:buClr>
                  <a:srgbClr val="4D4D4D"/>
                </a:buClr>
                <a:buFont typeface="Times New Roman" panose="02020603050405020304" pitchFamily="18" charset="0"/>
                <a:buNone/>
              </a:pPr>
              <a:t>52</a:t>
            </a:fld>
            <a:endParaRPr lang="en-GB" altLang="en-US" sz="1400">
              <a:latin typeface="Times New Roman" panose="02020603050405020304" pitchFamily="18" charset="0"/>
              <a:cs typeface="Lucida Sans Unicode" panose="020B0602030504020204" pitchFamily="34" charset="0"/>
            </a:endParaRPr>
          </a:p>
        </p:txBody>
      </p:sp>
      <p:sp>
        <p:nvSpPr>
          <p:cNvPr id="52227" name="Rectangle 2">
            <a:extLst>
              <a:ext uri="{FF2B5EF4-FFF2-40B4-BE49-F238E27FC236}">
                <a16:creationId xmlns:a16="http://schemas.microsoft.com/office/drawing/2014/main" id="{8E244AEF-CE4E-435F-B0D8-447469519BB9}"/>
              </a:ext>
            </a:extLst>
          </p:cNvPr>
          <p:cNvSpPr>
            <a:spLocks noGrp="1" noChangeArrowheads="1"/>
          </p:cNvSpPr>
          <p:nvPr>
            <p:ph type="title" idx="4294967295"/>
          </p:nvPr>
        </p:nvSpPr>
        <p:spPr>
          <a:xfrm>
            <a:off x="2438401" y="0"/>
            <a:ext cx="7381875" cy="1144588"/>
          </a:xfrm>
        </p:spPr>
        <p:txBody>
          <a:bodyPr vert="horz" lIns="90000" tIns="46800" rIns="90000" bIns="46800" rtlCol="0" anchor="ctr">
            <a:normAutofit/>
          </a:bodyPr>
          <a:lstStyle/>
          <a:p>
            <a:pPr defTabSz="4572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s-AR" altLang="en-US" sz="3200" dirty="0">
                <a:solidFill>
                  <a:srgbClr val="000000"/>
                </a:solidFill>
              </a:rPr>
              <a:t>Ecuación de Black Scholes</a:t>
            </a:r>
            <a:endParaRPr lang="en-GB" altLang="en-US" sz="3200" dirty="0">
              <a:solidFill>
                <a:srgbClr val="000000"/>
              </a:solidFill>
            </a:endParaRPr>
          </a:p>
        </p:txBody>
      </p:sp>
      <p:sp>
        <p:nvSpPr>
          <p:cNvPr id="52228" name="Rectangle 3">
            <a:extLst>
              <a:ext uri="{FF2B5EF4-FFF2-40B4-BE49-F238E27FC236}">
                <a16:creationId xmlns:a16="http://schemas.microsoft.com/office/drawing/2014/main" id="{98DF7870-8AC3-4611-9D68-182736F29E96}"/>
              </a:ext>
            </a:extLst>
          </p:cNvPr>
          <p:cNvSpPr>
            <a:spLocks noGrp="1" noChangeArrowheads="1"/>
          </p:cNvSpPr>
          <p:nvPr>
            <p:ph type="body" idx="4294967295"/>
          </p:nvPr>
        </p:nvSpPr>
        <p:spPr>
          <a:xfrm>
            <a:off x="1992313" y="1412876"/>
            <a:ext cx="8229600" cy="1872109"/>
          </a:xfrm>
        </p:spPr>
        <p:txBody>
          <a:bodyPr vert="horz" lIns="90000" tIns="46800" rIns="90000" bIns="46800" rtlCol="0">
            <a:normAutofit/>
          </a:bodyPr>
          <a:lstStyle/>
          <a:p>
            <a:pPr marL="0" indent="0" defTabSz="457200">
              <a:buClr>
                <a:srgbClr val="000000"/>
              </a:buClr>
              <a:buNone/>
              <a:tabLst>
                <a:tab pos="720725" algn="l"/>
                <a:tab pos="1177925" algn="l"/>
                <a:tab pos="1635125" algn="l"/>
                <a:tab pos="2092325" algn="l"/>
                <a:tab pos="2549525" algn="l"/>
                <a:tab pos="3006725" algn="l"/>
                <a:tab pos="3463925" algn="l"/>
                <a:tab pos="3921125" algn="l"/>
                <a:tab pos="4378325" algn="l"/>
                <a:tab pos="4835525" algn="l"/>
                <a:tab pos="5292725" algn="l"/>
                <a:tab pos="5749925" algn="l"/>
                <a:tab pos="6207125" algn="l"/>
                <a:tab pos="6664325" algn="l"/>
                <a:tab pos="7121525" algn="l"/>
                <a:tab pos="7578725" algn="l"/>
                <a:tab pos="8035925" algn="l"/>
                <a:tab pos="8493125" algn="l"/>
                <a:tab pos="8950325" algn="l"/>
                <a:tab pos="9407525" algn="l"/>
              </a:tabLst>
            </a:pPr>
            <a:endParaRPr lang="es-AR" altLang="en-US" sz="2300" dirty="0">
              <a:solidFill>
                <a:srgbClr val="000000"/>
              </a:solidFill>
            </a:endParaRPr>
          </a:p>
          <a:p>
            <a:pPr marL="0" indent="0" defTabSz="457200">
              <a:buClr>
                <a:srgbClr val="000000"/>
              </a:buClr>
              <a:buNone/>
              <a:tabLst>
                <a:tab pos="720725" algn="l"/>
                <a:tab pos="1177925" algn="l"/>
                <a:tab pos="1635125" algn="l"/>
                <a:tab pos="2092325" algn="l"/>
                <a:tab pos="2549525" algn="l"/>
                <a:tab pos="3006725" algn="l"/>
                <a:tab pos="3463925" algn="l"/>
                <a:tab pos="3921125" algn="l"/>
                <a:tab pos="4378325" algn="l"/>
                <a:tab pos="4835525" algn="l"/>
                <a:tab pos="5292725" algn="l"/>
                <a:tab pos="5749925" algn="l"/>
                <a:tab pos="6207125" algn="l"/>
                <a:tab pos="6664325" algn="l"/>
                <a:tab pos="7121525" algn="l"/>
                <a:tab pos="7578725" algn="l"/>
                <a:tab pos="8035925" algn="l"/>
                <a:tab pos="8493125" algn="l"/>
                <a:tab pos="8950325" algn="l"/>
                <a:tab pos="9407525" algn="l"/>
              </a:tabLst>
            </a:pPr>
            <a:r>
              <a:rPr lang="es-AR" altLang="en-US" sz="2300" dirty="0">
                <a:solidFill>
                  <a:srgbClr val="000000"/>
                </a:solidFill>
              </a:rPr>
              <a:t>Recordemos la ecuación de Black Scholes:</a:t>
            </a:r>
          </a:p>
        </p:txBody>
      </p:sp>
      <p:pic>
        <p:nvPicPr>
          <p:cNvPr id="2" name="Picture 1">
            <a:extLst>
              <a:ext uri="{FF2B5EF4-FFF2-40B4-BE49-F238E27FC236}">
                <a16:creationId xmlns:a16="http://schemas.microsoft.com/office/drawing/2014/main" id="{83A356ED-9F7C-484B-8D8C-CE999612B352}"/>
              </a:ext>
            </a:extLst>
          </p:cNvPr>
          <p:cNvPicPr>
            <a:picLocks noChangeAspect="1"/>
          </p:cNvPicPr>
          <p:nvPr/>
        </p:nvPicPr>
        <p:blipFill>
          <a:blip r:embed="rId3"/>
          <a:stretch>
            <a:fillRect/>
          </a:stretch>
        </p:blipFill>
        <p:spPr>
          <a:xfrm>
            <a:off x="1557337" y="3299833"/>
            <a:ext cx="9144000" cy="2262335"/>
          </a:xfrm>
          <a:prstGeom prst="rect">
            <a:avLst/>
          </a:prstGeom>
        </p:spPr>
      </p:pic>
    </p:spTree>
    <p:extLst>
      <p:ext uri="{BB962C8B-B14F-4D97-AF65-F5344CB8AC3E}">
        <p14:creationId xmlns:p14="http://schemas.microsoft.com/office/powerpoint/2010/main" val="94266351"/>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3">
            <a:extLst>
              <a:ext uri="{FF2B5EF4-FFF2-40B4-BE49-F238E27FC236}">
                <a16:creationId xmlns:a16="http://schemas.microsoft.com/office/drawing/2014/main" id="{6C3AC5A9-0DB7-4C4D-8E0E-97D9BCED5890}"/>
              </a:ext>
            </a:extLst>
          </p:cNvPr>
          <p:cNvSpPr txBox="1">
            <a:spLocks noGrp="1"/>
          </p:cNvSpPr>
          <p:nvPr/>
        </p:nvSpPr>
        <p:spPr bwMode="auto">
          <a:xfrm>
            <a:off x="8534401" y="6553201"/>
            <a:ext cx="2132013"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4D4D4D"/>
                </a:solidFill>
                <a:latin typeface="Calibri" panose="020F0502020204030204" pitchFamily="34" charset="0"/>
              </a:defRPr>
            </a:lvl1pPr>
            <a:lvl2pPr marL="742950" indent="-285750" defTabSz="457200">
              <a:spcBef>
                <a:spcPct val="20000"/>
              </a:spcBef>
              <a:buClr>
                <a:schemeClr val="folHlink"/>
              </a:buClr>
              <a:buSzPct val="75000"/>
              <a:buFont typeface="Wingdings" panose="05000000000000000000" pitchFamily="2" charset="2"/>
              <a:buChar char="Ø"/>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4D4D4D"/>
                </a:solidFill>
                <a:latin typeface="Calibri" panose="020F0502020204030204" pitchFamily="34" charset="0"/>
              </a:defRPr>
            </a:lvl2pPr>
            <a:lvl3pPr marL="1143000" indent="-228600" defTabSz="457200">
              <a:spcBef>
                <a:spcPct val="20000"/>
              </a:spcBef>
              <a:buClr>
                <a:schemeClr val="folHlink"/>
              </a:buClr>
              <a:buSzPct val="75000"/>
              <a:buFont typeface="Wingdings" panose="05000000000000000000" pitchFamily="2" charset="2"/>
              <a:buChar char="w"/>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D4D4D"/>
                </a:solidFill>
                <a:latin typeface="Calibri" panose="020F0502020204030204" pitchFamily="34" charset="0"/>
              </a:defRPr>
            </a:lvl3pPr>
            <a:lvl4pPr marL="1600200" indent="-228600" defTabSz="457200">
              <a:spcBef>
                <a:spcPct val="20000"/>
              </a:spcBef>
              <a:buClr>
                <a:schemeClr val="folHlink"/>
              </a:buClr>
              <a:buSzPct val="75000"/>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4pPr>
            <a:lvl5pPr marL="2057400" indent="-228600" defTabSz="457200">
              <a:spcBef>
                <a:spcPct val="20000"/>
              </a:spcBef>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5pPr>
            <a:lvl6pPr marL="25146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6pPr>
            <a:lvl7pPr marL="29718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7pPr>
            <a:lvl8pPr marL="34290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8pPr>
            <a:lvl9pPr marL="38862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9pPr>
          </a:lstStyle>
          <a:p>
            <a:pPr algn="r">
              <a:spcBef>
                <a:spcPct val="0"/>
              </a:spcBef>
              <a:buClr>
                <a:srgbClr val="4D4D4D"/>
              </a:buClr>
              <a:buFont typeface="Times New Roman" panose="02020603050405020304" pitchFamily="18" charset="0"/>
              <a:buNone/>
            </a:pPr>
            <a:fld id="{67709870-7819-45E1-BAEA-EE19D085AA13}" type="slidenum">
              <a:rPr lang="en-GB" altLang="en-US" sz="1400">
                <a:latin typeface="Times New Roman" panose="02020603050405020304" pitchFamily="18" charset="0"/>
                <a:cs typeface="Lucida Sans Unicode" panose="020B0602030504020204" pitchFamily="34" charset="0"/>
              </a:rPr>
              <a:pPr algn="r">
                <a:spcBef>
                  <a:spcPct val="0"/>
                </a:spcBef>
                <a:buClr>
                  <a:srgbClr val="4D4D4D"/>
                </a:buClr>
                <a:buFont typeface="Times New Roman" panose="02020603050405020304" pitchFamily="18" charset="0"/>
                <a:buNone/>
              </a:pPr>
              <a:t>53</a:t>
            </a:fld>
            <a:endParaRPr lang="en-GB" altLang="en-US" sz="1400">
              <a:latin typeface="Times New Roman" panose="02020603050405020304" pitchFamily="18" charset="0"/>
              <a:cs typeface="Lucida Sans Unicode" panose="020B0602030504020204" pitchFamily="34" charset="0"/>
            </a:endParaRPr>
          </a:p>
        </p:txBody>
      </p:sp>
      <p:sp>
        <p:nvSpPr>
          <p:cNvPr id="52227" name="Rectangle 2">
            <a:extLst>
              <a:ext uri="{FF2B5EF4-FFF2-40B4-BE49-F238E27FC236}">
                <a16:creationId xmlns:a16="http://schemas.microsoft.com/office/drawing/2014/main" id="{8E244AEF-CE4E-435F-B0D8-447469519BB9}"/>
              </a:ext>
            </a:extLst>
          </p:cNvPr>
          <p:cNvSpPr>
            <a:spLocks noGrp="1" noChangeArrowheads="1"/>
          </p:cNvSpPr>
          <p:nvPr>
            <p:ph type="title" idx="4294967295"/>
          </p:nvPr>
        </p:nvSpPr>
        <p:spPr>
          <a:xfrm>
            <a:off x="2438401" y="0"/>
            <a:ext cx="7381875" cy="1144588"/>
          </a:xfrm>
        </p:spPr>
        <p:txBody>
          <a:bodyPr vert="horz" lIns="90000" tIns="46800" rIns="90000" bIns="46800" rtlCol="0" anchor="ctr">
            <a:normAutofit/>
          </a:bodyPr>
          <a:lstStyle/>
          <a:p>
            <a:pPr defTabSz="4572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s-AR" altLang="en-US" sz="3200" dirty="0">
                <a:solidFill>
                  <a:srgbClr val="000000"/>
                </a:solidFill>
              </a:rPr>
              <a:t>De Black Scholes a la </a:t>
            </a:r>
            <a:r>
              <a:rPr lang="es-AR" altLang="en-US" sz="3200" dirty="0" err="1">
                <a:solidFill>
                  <a:srgbClr val="000000"/>
                </a:solidFill>
              </a:rPr>
              <a:t>Ec</a:t>
            </a:r>
            <a:r>
              <a:rPr lang="es-AR" altLang="en-US" sz="3200" dirty="0">
                <a:solidFill>
                  <a:srgbClr val="000000"/>
                </a:solidFill>
              </a:rPr>
              <a:t>. del Calor (1/3)</a:t>
            </a:r>
            <a:endParaRPr lang="en-GB" altLang="en-US" sz="3200" dirty="0">
              <a:solidFill>
                <a:srgbClr val="000000"/>
              </a:solidFill>
            </a:endParaRPr>
          </a:p>
        </p:txBody>
      </p:sp>
      <p:pic>
        <p:nvPicPr>
          <p:cNvPr id="4" name="Picture 3">
            <a:extLst>
              <a:ext uri="{FF2B5EF4-FFF2-40B4-BE49-F238E27FC236}">
                <a16:creationId xmlns:a16="http://schemas.microsoft.com/office/drawing/2014/main" id="{FAAEE0E4-989A-4C52-A491-AEA45CD179A8}"/>
              </a:ext>
            </a:extLst>
          </p:cNvPr>
          <p:cNvPicPr>
            <a:picLocks noChangeAspect="1"/>
          </p:cNvPicPr>
          <p:nvPr/>
        </p:nvPicPr>
        <p:blipFill>
          <a:blip r:embed="rId3"/>
          <a:stretch>
            <a:fillRect/>
          </a:stretch>
        </p:blipFill>
        <p:spPr>
          <a:xfrm>
            <a:off x="1718893" y="1844825"/>
            <a:ext cx="8925817" cy="3912437"/>
          </a:xfrm>
          <a:prstGeom prst="rect">
            <a:avLst/>
          </a:prstGeom>
        </p:spPr>
      </p:pic>
    </p:spTree>
    <p:extLst>
      <p:ext uri="{BB962C8B-B14F-4D97-AF65-F5344CB8AC3E}">
        <p14:creationId xmlns:p14="http://schemas.microsoft.com/office/powerpoint/2010/main" val="2816518623"/>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3">
            <a:extLst>
              <a:ext uri="{FF2B5EF4-FFF2-40B4-BE49-F238E27FC236}">
                <a16:creationId xmlns:a16="http://schemas.microsoft.com/office/drawing/2014/main" id="{6C3AC5A9-0DB7-4C4D-8E0E-97D9BCED5890}"/>
              </a:ext>
            </a:extLst>
          </p:cNvPr>
          <p:cNvSpPr txBox="1">
            <a:spLocks noGrp="1"/>
          </p:cNvSpPr>
          <p:nvPr/>
        </p:nvSpPr>
        <p:spPr bwMode="auto">
          <a:xfrm>
            <a:off x="8534401" y="6553201"/>
            <a:ext cx="2132013"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4D4D4D"/>
                </a:solidFill>
                <a:latin typeface="Calibri" panose="020F0502020204030204" pitchFamily="34" charset="0"/>
              </a:defRPr>
            </a:lvl1pPr>
            <a:lvl2pPr marL="742950" indent="-285750" defTabSz="457200">
              <a:spcBef>
                <a:spcPct val="20000"/>
              </a:spcBef>
              <a:buClr>
                <a:schemeClr val="folHlink"/>
              </a:buClr>
              <a:buSzPct val="75000"/>
              <a:buFont typeface="Wingdings" panose="05000000000000000000" pitchFamily="2" charset="2"/>
              <a:buChar char="Ø"/>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4D4D4D"/>
                </a:solidFill>
                <a:latin typeface="Calibri" panose="020F0502020204030204" pitchFamily="34" charset="0"/>
              </a:defRPr>
            </a:lvl2pPr>
            <a:lvl3pPr marL="1143000" indent="-228600" defTabSz="457200">
              <a:spcBef>
                <a:spcPct val="20000"/>
              </a:spcBef>
              <a:buClr>
                <a:schemeClr val="folHlink"/>
              </a:buClr>
              <a:buSzPct val="75000"/>
              <a:buFont typeface="Wingdings" panose="05000000000000000000" pitchFamily="2" charset="2"/>
              <a:buChar char="w"/>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D4D4D"/>
                </a:solidFill>
                <a:latin typeface="Calibri" panose="020F0502020204030204" pitchFamily="34" charset="0"/>
              </a:defRPr>
            </a:lvl3pPr>
            <a:lvl4pPr marL="1600200" indent="-228600" defTabSz="457200">
              <a:spcBef>
                <a:spcPct val="20000"/>
              </a:spcBef>
              <a:buClr>
                <a:schemeClr val="folHlink"/>
              </a:buClr>
              <a:buSzPct val="75000"/>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4pPr>
            <a:lvl5pPr marL="2057400" indent="-228600" defTabSz="457200">
              <a:spcBef>
                <a:spcPct val="20000"/>
              </a:spcBef>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5pPr>
            <a:lvl6pPr marL="25146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6pPr>
            <a:lvl7pPr marL="29718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7pPr>
            <a:lvl8pPr marL="34290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8pPr>
            <a:lvl9pPr marL="38862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9pPr>
          </a:lstStyle>
          <a:p>
            <a:pPr algn="r">
              <a:spcBef>
                <a:spcPct val="0"/>
              </a:spcBef>
              <a:buClr>
                <a:srgbClr val="4D4D4D"/>
              </a:buClr>
              <a:buFont typeface="Times New Roman" panose="02020603050405020304" pitchFamily="18" charset="0"/>
              <a:buNone/>
            </a:pPr>
            <a:fld id="{67709870-7819-45E1-BAEA-EE19D085AA13}" type="slidenum">
              <a:rPr lang="en-GB" altLang="en-US" sz="1400">
                <a:latin typeface="Times New Roman" panose="02020603050405020304" pitchFamily="18" charset="0"/>
                <a:cs typeface="Lucida Sans Unicode" panose="020B0602030504020204" pitchFamily="34" charset="0"/>
              </a:rPr>
              <a:pPr algn="r">
                <a:spcBef>
                  <a:spcPct val="0"/>
                </a:spcBef>
                <a:buClr>
                  <a:srgbClr val="4D4D4D"/>
                </a:buClr>
                <a:buFont typeface="Times New Roman" panose="02020603050405020304" pitchFamily="18" charset="0"/>
                <a:buNone/>
              </a:pPr>
              <a:t>54</a:t>
            </a:fld>
            <a:endParaRPr lang="en-GB" altLang="en-US" sz="1400">
              <a:latin typeface="Times New Roman" panose="02020603050405020304" pitchFamily="18" charset="0"/>
              <a:cs typeface="Lucida Sans Unicode" panose="020B0602030504020204" pitchFamily="34" charset="0"/>
            </a:endParaRPr>
          </a:p>
        </p:txBody>
      </p:sp>
      <p:sp>
        <p:nvSpPr>
          <p:cNvPr id="52227" name="Rectangle 2">
            <a:extLst>
              <a:ext uri="{FF2B5EF4-FFF2-40B4-BE49-F238E27FC236}">
                <a16:creationId xmlns:a16="http://schemas.microsoft.com/office/drawing/2014/main" id="{8E244AEF-CE4E-435F-B0D8-447469519BB9}"/>
              </a:ext>
            </a:extLst>
          </p:cNvPr>
          <p:cNvSpPr>
            <a:spLocks noGrp="1" noChangeArrowheads="1"/>
          </p:cNvSpPr>
          <p:nvPr>
            <p:ph type="title" idx="4294967295"/>
          </p:nvPr>
        </p:nvSpPr>
        <p:spPr>
          <a:xfrm>
            <a:off x="2438401" y="0"/>
            <a:ext cx="7381875" cy="1144588"/>
          </a:xfrm>
        </p:spPr>
        <p:txBody>
          <a:bodyPr vert="horz" lIns="90000" tIns="46800" rIns="90000" bIns="46800" rtlCol="0" anchor="ctr">
            <a:normAutofit/>
          </a:bodyPr>
          <a:lstStyle/>
          <a:p>
            <a:pPr defTabSz="4572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s-AR" altLang="en-US" sz="3200" dirty="0">
                <a:solidFill>
                  <a:srgbClr val="000000"/>
                </a:solidFill>
              </a:rPr>
              <a:t>De Black Scholes a la </a:t>
            </a:r>
            <a:r>
              <a:rPr lang="es-AR" altLang="en-US" sz="3200" dirty="0" err="1">
                <a:solidFill>
                  <a:srgbClr val="000000"/>
                </a:solidFill>
              </a:rPr>
              <a:t>Ec</a:t>
            </a:r>
            <a:r>
              <a:rPr lang="es-AR" altLang="en-US" sz="3200" dirty="0">
                <a:solidFill>
                  <a:srgbClr val="000000"/>
                </a:solidFill>
              </a:rPr>
              <a:t>. del Calor (2/3)</a:t>
            </a:r>
            <a:endParaRPr lang="en-GB" altLang="en-US" sz="3200" dirty="0">
              <a:solidFill>
                <a:srgbClr val="000000"/>
              </a:solidFill>
            </a:endParaRPr>
          </a:p>
        </p:txBody>
      </p:sp>
      <p:pic>
        <p:nvPicPr>
          <p:cNvPr id="2" name="Picture 1">
            <a:extLst>
              <a:ext uri="{FF2B5EF4-FFF2-40B4-BE49-F238E27FC236}">
                <a16:creationId xmlns:a16="http://schemas.microsoft.com/office/drawing/2014/main" id="{99E8328D-6FF7-4793-AA80-6381F2AE7592}"/>
              </a:ext>
            </a:extLst>
          </p:cNvPr>
          <p:cNvPicPr>
            <a:picLocks noChangeAspect="1"/>
          </p:cNvPicPr>
          <p:nvPr/>
        </p:nvPicPr>
        <p:blipFill>
          <a:blip r:embed="rId3"/>
          <a:stretch>
            <a:fillRect/>
          </a:stretch>
        </p:blipFill>
        <p:spPr>
          <a:xfrm>
            <a:off x="1784648" y="1367964"/>
            <a:ext cx="8622704" cy="1207005"/>
          </a:xfrm>
          <a:prstGeom prst="rect">
            <a:avLst/>
          </a:prstGeom>
        </p:spPr>
      </p:pic>
      <p:pic>
        <p:nvPicPr>
          <p:cNvPr id="4" name="Picture 3">
            <a:extLst>
              <a:ext uri="{FF2B5EF4-FFF2-40B4-BE49-F238E27FC236}">
                <a16:creationId xmlns:a16="http://schemas.microsoft.com/office/drawing/2014/main" id="{069BC26A-D164-498F-82A0-D84AD13B7F0C}"/>
              </a:ext>
            </a:extLst>
          </p:cNvPr>
          <p:cNvPicPr>
            <a:picLocks noChangeAspect="1"/>
          </p:cNvPicPr>
          <p:nvPr/>
        </p:nvPicPr>
        <p:blipFill>
          <a:blip r:embed="rId4"/>
          <a:stretch>
            <a:fillRect/>
          </a:stretch>
        </p:blipFill>
        <p:spPr>
          <a:xfrm>
            <a:off x="1847528" y="2798343"/>
            <a:ext cx="8028384" cy="2187374"/>
          </a:xfrm>
          <a:prstGeom prst="rect">
            <a:avLst/>
          </a:prstGeom>
        </p:spPr>
      </p:pic>
    </p:spTree>
    <p:extLst>
      <p:ext uri="{BB962C8B-B14F-4D97-AF65-F5344CB8AC3E}">
        <p14:creationId xmlns:p14="http://schemas.microsoft.com/office/powerpoint/2010/main" val="501455163"/>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3">
            <a:extLst>
              <a:ext uri="{FF2B5EF4-FFF2-40B4-BE49-F238E27FC236}">
                <a16:creationId xmlns:a16="http://schemas.microsoft.com/office/drawing/2014/main" id="{6C3AC5A9-0DB7-4C4D-8E0E-97D9BCED5890}"/>
              </a:ext>
            </a:extLst>
          </p:cNvPr>
          <p:cNvSpPr txBox="1">
            <a:spLocks noGrp="1"/>
          </p:cNvSpPr>
          <p:nvPr/>
        </p:nvSpPr>
        <p:spPr bwMode="auto">
          <a:xfrm>
            <a:off x="8534401" y="6553201"/>
            <a:ext cx="2132013"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4D4D4D"/>
                </a:solidFill>
                <a:latin typeface="Calibri" panose="020F0502020204030204" pitchFamily="34" charset="0"/>
              </a:defRPr>
            </a:lvl1pPr>
            <a:lvl2pPr marL="742950" indent="-285750" defTabSz="457200">
              <a:spcBef>
                <a:spcPct val="20000"/>
              </a:spcBef>
              <a:buClr>
                <a:schemeClr val="folHlink"/>
              </a:buClr>
              <a:buSzPct val="75000"/>
              <a:buFont typeface="Wingdings" panose="05000000000000000000" pitchFamily="2" charset="2"/>
              <a:buChar char="Ø"/>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4D4D4D"/>
                </a:solidFill>
                <a:latin typeface="Calibri" panose="020F0502020204030204" pitchFamily="34" charset="0"/>
              </a:defRPr>
            </a:lvl2pPr>
            <a:lvl3pPr marL="1143000" indent="-228600" defTabSz="457200">
              <a:spcBef>
                <a:spcPct val="20000"/>
              </a:spcBef>
              <a:buClr>
                <a:schemeClr val="folHlink"/>
              </a:buClr>
              <a:buSzPct val="75000"/>
              <a:buFont typeface="Wingdings" panose="05000000000000000000" pitchFamily="2" charset="2"/>
              <a:buChar char="w"/>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D4D4D"/>
                </a:solidFill>
                <a:latin typeface="Calibri" panose="020F0502020204030204" pitchFamily="34" charset="0"/>
              </a:defRPr>
            </a:lvl3pPr>
            <a:lvl4pPr marL="1600200" indent="-228600" defTabSz="457200">
              <a:spcBef>
                <a:spcPct val="20000"/>
              </a:spcBef>
              <a:buClr>
                <a:schemeClr val="folHlink"/>
              </a:buClr>
              <a:buSzPct val="75000"/>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4pPr>
            <a:lvl5pPr marL="2057400" indent="-228600" defTabSz="457200">
              <a:spcBef>
                <a:spcPct val="20000"/>
              </a:spcBef>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5pPr>
            <a:lvl6pPr marL="25146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6pPr>
            <a:lvl7pPr marL="29718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7pPr>
            <a:lvl8pPr marL="34290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8pPr>
            <a:lvl9pPr marL="38862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9pPr>
          </a:lstStyle>
          <a:p>
            <a:pPr algn="r">
              <a:spcBef>
                <a:spcPct val="0"/>
              </a:spcBef>
              <a:buClr>
                <a:srgbClr val="4D4D4D"/>
              </a:buClr>
              <a:buFont typeface="Times New Roman" panose="02020603050405020304" pitchFamily="18" charset="0"/>
              <a:buNone/>
            </a:pPr>
            <a:fld id="{67709870-7819-45E1-BAEA-EE19D085AA13}" type="slidenum">
              <a:rPr lang="en-GB" altLang="en-US" sz="1400">
                <a:latin typeface="Times New Roman" panose="02020603050405020304" pitchFamily="18" charset="0"/>
                <a:cs typeface="Lucida Sans Unicode" panose="020B0602030504020204" pitchFamily="34" charset="0"/>
              </a:rPr>
              <a:pPr algn="r">
                <a:spcBef>
                  <a:spcPct val="0"/>
                </a:spcBef>
                <a:buClr>
                  <a:srgbClr val="4D4D4D"/>
                </a:buClr>
                <a:buFont typeface="Times New Roman" panose="02020603050405020304" pitchFamily="18" charset="0"/>
                <a:buNone/>
              </a:pPr>
              <a:t>55</a:t>
            </a:fld>
            <a:endParaRPr lang="en-GB" altLang="en-US" sz="1400">
              <a:latin typeface="Times New Roman" panose="02020603050405020304" pitchFamily="18" charset="0"/>
              <a:cs typeface="Lucida Sans Unicode" panose="020B0602030504020204" pitchFamily="34" charset="0"/>
            </a:endParaRPr>
          </a:p>
        </p:txBody>
      </p:sp>
      <p:sp>
        <p:nvSpPr>
          <p:cNvPr id="52227" name="Rectangle 2">
            <a:extLst>
              <a:ext uri="{FF2B5EF4-FFF2-40B4-BE49-F238E27FC236}">
                <a16:creationId xmlns:a16="http://schemas.microsoft.com/office/drawing/2014/main" id="{8E244AEF-CE4E-435F-B0D8-447469519BB9}"/>
              </a:ext>
            </a:extLst>
          </p:cNvPr>
          <p:cNvSpPr>
            <a:spLocks noGrp="1" noChangeArrowheads="1"/>
          </p:cNvSpPr>
          <p:nvPr>
            <p:ph type="title" idx="4294967295"/>
          </p:nvPr>
        </p:nvSpPr>
        <p:spPr>
          <a:xfrm>
            <a:off x="2438401" y="0"/>
            <a:ext cx="7381875" cy="1144588"/>
          </a:xfrm>
        </p:spPr>
        <p:txBody>
          <a:bodyPr vert="horz" lIns="90000" tIns="46800" rIns="90000" bIns="46800" rtlCol="0" anchor="ctr">
            <a:normAutofit/>
          </a:bodyPr>
          <a:lstStyle/>
          <a:p>
            <a:pPr defTabSz="4572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s-AR" altLang="en-US" sz="3200" dirty="0">
                <a:solidFill>
                  <a:srgbClr val="000000"/>
                </a:solidFill>
              </a:rPr>
              <a:t>De Black Scholes a la </a:t>
            </a:r>
            <a:r>
              <a:rPr lang="es-AR" altLang="en-US" sz="3200" dirty="0" err="1">
                <a:solidFill>
                  <a:srgbClr val="000000"/>
                </a:solidFill>
              </a:rPr>
              <a:t>Ec</a:t>
            </a:r>
            <a:r>
              <a:rPr lang="es-AR" altLang="en-US" sz="3200" dirty="0">
                <a:solidFill>
                  <a:srgbClr val="000000"/>
                </a:solidFill>
              </a:rPr>
              <a:t>. del Calor (3/3)</a:t>
            </a:r>
            <a:endParaRPr lang="en-GB" altLang="en-US" sz="3200" dirty="0">
              <a:solidFill>
                <a:srgbClr val="000000"/>
              </a:solidFill>
            </a:endParaRPr>
          </a:p>
        </p:txBody>
      </p:sp>
      <p:pic>
        <p:nvPicPr>
          <p:cNvPr id="2" name="Picture 1">
            <a:extLst>
              <a:ext uri="{FF2B5EF4-FFF2-40B4-BE49-F238E27FC236}">
                <a16:creationId xmlns:a16="http://schemas.microsoft.com/office/drawing/2014/main" id="{82EF25B0-BDAE-42F7-8A79-6CEAA9F49525}"/>
              </a:ext>
            </a:extLst>
          </p:cNvPr>
          <p:cNvPicPr>
            <a:picLocks noChangeAspect="1"/>
          </p:cNvPicPr>
          <p:nvPr/>
        </p:nvPicPr>
        <p:blipFill>
          <a:blip r:embed="rId3"/>
          <a:stretch>
            <a:fillRect/>
          </a:stretch>
        </p:blipFill>
        <p:spPr>
          <a:xfrm>
            <a:off x="1991544" y="1412777"/>
            <a:ext cx="8409112" cy="3039535"/>
          </a:xfrm>
          <a:prstGeom prst="rect">
            <a:avLst/>
          </a:prstGeom>
        </p:spPr>
      </p:pic>
      <p:pic>
        <p:nvPicPr>
          <p:cNvPr id="4" name="Picture 3">
            <a:extLst>
              <a:ext uri="{FF2B5EF4-FFF2-40B4-BE49-F238E27FC236}">
                <a16:creationId xmlns:a16="http://schemas.microsoft.com/office/drawing/2014/main" id="{2DBE4EE3-8FB9-47E7-8C44-0BB0827733F0}"/>
              </a:ext>
            </a:extLst>
          </p:cNvPr>
          <p:cNvPicPr>
            <a:picLocks noChangeAspect="1"/>
          </p:cNvPicPr>
          <p:nvPr/>
        </p:nvPicPr>
        <p:blipFill>
          <a:blip r:embed="rId4"/>
          <a:stretch>
            <a:fillRect/>
          </a:stretch>
        </p:blipFill>
        <p:spPr>
          <a:xfrm>
            <a:off x="2927648" y="4797153"/>
            <a:ext cx="5276850" cy="1095375"/>
          </a:xfrm>
          <a:prstGeom prst="rect">
            <a:avLst/>
          </a:prstGeom>
        </p:spPr>
      </p:pic>
    </p:spTree>
    <p:extLst>
      <p:ext uri="{BB962C8B-B14F-4D97-AF65-F5344CB8AC3E}">
        <p14:creationId xmlns:p14="http://schemas.microsoft.com/office/powerpoint/2010/main" val="4037101833"/>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3">
            <a:extLst>
              <a:ext uri="{FF2B5EF4-FFF2-40B4-BE49-F238E27FC236}">
                <a16:creationId xmlns:a16="http://schemas.microsoft.com/office/drawing/2014/main" id="{6C3AC5A9-0DB7-4C4D-8E0E-97D9BCED5890}"/>
              </a:ext>
            </a:extLst>
          </p:cNvPr>
          <p:cNvSpPr txBox="1">
            <a:spLocks noGrp="1"/>
          </p:cNvSpPr>
          <p:nvPr/>
        </p:nvSpPr>
        <p:spPr bwMode="auto">
          <a:xfrm>
            <a:off x="8534401" y="6553201"/>
            <a:ext cx="2132013"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4D4D4D"/>
                </a:solidFill>
                <a:latin typeface="Calibri" panose="020F0502020204030204" pitchFamily="34" charset="0"/>
              </a:defRPr>
            </a:lvl1pPr>
            <a:lvl2pPr marL="742950" indent="-285750" defTabSz="457200">
              <a:spcBef>
                <a:spcPct val="20000"/>
              </a:spcBef>
              <a:buClr>
                <a:schemeClr val="folHlink"/>
              </a:buClr>
              <a:buSzPct val="75000"/>
              <a:buFont typeface="Wingdings" panose="05000000000000000000" pitchFamily="2" charset="2"/>
              <a:buChar char="Ø"/>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4D4D4D"/>
                </a:solidFill>
                <a:latin typeface="Calibri" panose="020F0502020204030204" pitchFamily="34" charset="0"/>
              </a:defRPr>
            </a:lvl2pPr>
            <a:lvl3pPr marL="1143000" indent="-228600" defTabSz="457200">
              <a:spcBef>
                <a:spcPct val="20000"/>
              </a:spcBef>
              <a:buClr>
                <a:schemeClr val="folHlink"/>
              </a:buClr>
              <a:buSzPct val="75000"/>
              <a:buFont typeface="Wingdings" panose="05000000000000000000" pitchFamily="2" charset="2"/>
              <a:buChar char="w"/>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D4D4D"/>
                </a:solidFill>
                <a:latin typeface="Calibri" panose="020F0502020204030204" pitchFamily="34" charset="0"/>
              </a:defRPr>
            </a:lvl3pPr>
            <a:lvl4pPr marL="1600200" indent="-228600" defTabSz="457200">
              <a:spcBef>
                <a:spcPct val="20000"/>
              </a:spcBef>
              <a:buClr>
                <a:schemeClr val="folHlink"/>
              </a:buClr>
              <a:buSzPct val="75000"/>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4pPr>
            <a:lvl5pPr marL="2057400" indent="-228600" defTabSz="457200">
              <a:spcBef>
                <a:spcPct val="20000"/>
              </a:spcBef>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5pPr>
            <a:lvl6pPr marL="25146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6pPr>
            <a:lvl7pPr marL="29718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7pPr>
            <a:lvl8pPr marL="34290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8pPr>
            <a:lvl9pPr marL="38862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9pPr>
          </a:lstStyle>
          <a:p>
            <a:pPr algn="r">
              <a:spcBef>
                <a:spcPct val="0"/>
              </a:spcBef>
              <a:buClr>
                <a:srgbClr val="4D4D4D"/>
              </a:buClr>
              <a:buFont typeface="Times New Roman" panose="02020603050405020304" pitchFamily="18" charset="0"/>
              <a:buNone/>
            </a:pPr>
            <a:fld id="{67709870-7819-45E1-BAEA-EE19D085AA13}" type="slidenum">
              <a:rPr lang="en-GB" altLang="en-US" sz="1400">
                <a:latin typeface="Times New Roman" panose="02020603050405020304" pitchFamily="18" charset="0"/>
                <a:cs typeface="Lucida Sans Unicode" panose="020B0602030504020204" pitchFamily="34" charset="0"/>
              </a:rPr>
              <a:pPr algn="r">
                <a:spcBef>
                  <a:spcPct val="0"/>
                </a:spcBef>
                <a:buClr>
                  <a:srgbClr val="4D4D4D"/>
                </a:buClr>
                <a:buFont typeface="Times New Roman" panose="02020603050405020304" pitchFamily="18" charset="0"/>
                <a:buNone/>
              </a:pPr>
              <a:t>56</a:t>
            </a:fld>
            <a:endParaRPr lang="en-GB" altLang="en-US" sz="1400">
              <a:latin typeface="Times New Roman" panose="02020603050405020304" pitchFamily="18" charset="0"/>
              <a:cs typeface="Lucida Sans Unicode" panose="020B0602030504020204" pitchFamily="34" charset="0"/>
            </a:endParaRPr>
          </a:p>
        </p:txBody>
      </p:sp>
      <p:sp>
        <p:nvSpPr>
          <p:cNvPr id="52227" name="Rectangle 2">
            <a:extLst>
              <a:ext uri="{FF2B5EF4-FFF2-40B4-BE49-F238E27FC236}">
                <a16:creationId xmlns:a16="http://schemas.microsoft.com/office/drawing/2014/main" id="{8E244AEF-CE4E-435F-B0D8-447469519BB9}"/>
              </a:ext>
            </a:extLst>
          </p:cNvPr>
          <p:cNvSpPr>
            <a:spLocks noGrp="1" noChangeArrowheads="1"/>
          </p:cNvSpPr>
          <p:nvPr>
            <p:ph type="title" idx="4294967295"/>
          </p:nvPr>
        </p:nvSpPr>
        <p:spPr>
          <a:xfrm>
            <a:off x="2438401" y="0"/>
            <a:ext cx="7381875" cy="1144588"/>
          </a:xfrm>
        </p:spPr>
        <p:txBody>
          <a:bodyPr vert="horz" lIns="90000" tIns="46800" rIns="90000" bIns="46800" rtlCol="0" anchor="ctr">
            <a:normAutofit/>
          </a:bodyPr>
          <a:lstStyle/>
          <a:p>
            <a:pPr defTabSz="4572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s-AR" altLang="en-US" sz="3200" dirty="0">
                <a:solidFill>
                  <a:srgbClr val="000000"/>
                </a:solidFill>
              </a:rPr>
              <a:t>Solución de la </a:t>
            </a:r>
            <a:r>
              <a:rPr lang="es-AR" altLang="en-US" sz="3200" dirty="0" err="1">
                <a:solidFill>
                  <a:srgbClr val="000000"/>
                </a:solidFill>
              </a:rPr>
              <a:t>Ec</a:t>
            </a:r>
            <a:r>
              <a:rPr lang="es-AR" altLang="en-US" sz="3200" dirty="0">
                <a:solidFill>
                  <a:srgbClr val="000000"/>
                </a:solidFill>
              </a:rPr>
              <a:t>. del Calor (1/6)</a:t>
            </a:r>
            <a:endParaRPr lang="en-GB" altLang="en-US" sz="3200" dirty="0">
              <a:solidFill>
                <a:srgbClr val="000000"/>
              </a:solidFill>
            </a:endParaRPr>
          </a:p>
        </p:txBody>
      </p:sp>
      <p:pic>
        <p:nvPicPr>
          <p:cNvPr id="2" name="Picture 1">
            <a:extLst>
              <a:ext uri="{FF2B5EF4-FFF2-40B4-BE49-F238E27FC236}">
                <a16:creationId xmlns:a16="http://schemas.microsoft.com/office/drawing/2014/main" id="{45727F63-C549-4EE0-8A1E-72811BEE6548}"/>
              </a:ext>
            </a:extLst>
          </p:cNvPr>
          <p:cNvPicPr>
            <a:picLocks noChangeAspect="1"/>
          </p:cNvPicPr>
          <p:nvPr/>
        </p:nvPicPr>
        <p:blipFill>
          <a:blip r:embed="rId3"/>
          <a:stretch>
            <a:fillRect/>
          </a:stretch>
        </p:blipFill>
        <p:spPr>
          <a:xfrm>
            <a:off x="1847529" y="1585516"/>
            <a:ext cx="8333187" cy="3528219"/>
          </a:xfrm>
          <a:prstGeom prst="rect">
            <a:avLst/>
          </a:prstGeom>
        </p:spPr>
      </p:pic>
    </p:spTree>
    <p:extLst>
      <p:ext uri="{BB962C8B-B14F-4D97-AF65-F5344CB8AC3E}">
        <p14:creationId xmlns:p14="http://schemas.microsoft.com/office/powerpoint/2010/main" val="2112461154"/>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3">
            <a:extLst>
              <a:ext uri="{FF2B5EF4-FFF2-40B4-BE49-F238E27FC236}">
                <a16:creationId xmlns:a16="http://schemas.microsoft.com/office/drawing/2014/main" id="{6C3AC5A9-0DB7-4C4D-8E0E-97D9BCED5890}"/>
              </a:ext>
            </a:extLst>
          </p:cNvPr>
          <p:cNvSpPr txBox="1">
            <a:spLocks noGrp="1"/>
          </p:cNvSpPr>
          <p:nvPr/>
        </p:nvSpPr>
        <p:spPr bwMode="auto">
          <a:xfrm>
            <a:off x="8534401" y="6553201"/>
            <a:ext cx="2132013"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4D4D4D"/>
                </a:solidFill>
                <a:latin typeface="Calibri" panose="020F0502020204030204" pitchFamily="34" charset="0"/>
              </a:defRPr>
            </a:lvl1pPr>
            <a:lvl2pPr marL="742950" indent="-285750" defTabSz="457200">
              <a:spcBef>
                <a:spcPct val="20000"/>
              </a:spcBef>
              <a:buClr>
                <a:schemeClr val="folHlink"/>
              </a:buClr>
              <a:buSzPct val="75000"/>
              <a:buFont typeface="Wingdings" panose="05000000000000000000" pitchFamily="2" charset="2"/>
              <a:buChar char="Ø"/>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4D4D4D"/>
                </a:solidFill>
                <a:latin typeface="Calibri" panose="020F0502020204030204" pitchFamily="34" charset="0"/>
              </a:defRPr>
            </a:lvl2pPr>
            <a:lvl3pPr marL="1143000" indent="-228600" defTabSz="457200">
              <a:spcBef>
                <a:spcPct val="20000"/>
              </a:spcBef>
              <a:buClr>
                <a:schemeClr val="folHlink"/>
              </a:buClr>
              <a:buSzPct val="75000"/>
              <a:buFont typeface="Wingdings" panose="05000000000000000000" pitchFamily="2" charset="2"/>
              <a:buChar char="w"/>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D4D4D"/>
                </a:solidFill>
                <a:latin typeface="Calibri" panose="020F0502020204030204" pitchFamily="34" charset="0"/>
              </a:defRPr>
            </a:lvl3pPr>
            <a:lvl4pPr marL="1600200" indent="-228600" defTabSz="457200">
              <a:spcBef>
                <a:spcPct val="20000"/>
              </a:spcBef>
              <a:buClr>
                <a:schemeClr val="folHlink"/>
              </a:buClr>
              <a:buSzPct val="75000"/>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4pPr>
            <a:lvl5pPr marL="2057400" indent="-228600" defTabSz="457200">
              <a:spcBef>
                <a:spcPct val="20000"/>
              </a:spcBef>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5pPr>
            <a:lvl6pPr marL="25146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6pPr>
            <a:lvl7pPr marL="29718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7pPr>
            <a:lvl8pPr marL="34290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8pPr>
            <a:lvl9pPr marL="38862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9pPr>
          </a:lstStyle>
          <a:p>
            <a:pPr algn="r">
              <a:spcBef>
                <a:spcPct val="0"/>
              </a:spcBef>
              <a:buClr>
                <a:srgbClr val="4D4D4D"/>
              </a:buClr>
              <a:buFont typeface="Times New Roman" panose="02020603050405020304" pitchFamily="18" charset="0"/>
              <a:buNone/>
            </a:pPr>
            <a:fld id="{67709870-7819-45E1-BAEA-EE19D085AA13}" type="slidenum">
              <a:rPr lang="en-GB" altLang="en-US" sz="1400">
                <a:latin typeface="Times New Roman" panose="02020603050405020304" pitchFamily="18" charset="0"/>
                <a:cs typeface="Lucida Sans Unicode" panose="020B0602030504020204" pitchFamily="34" charset="0"/>
              </a:rPr>
              <a:pPr algn="r">
                <a:spcBef>
                  <a:spcPct val="0"/>
                </a:spcBef>
                <a:buClr>
                  <a:srgbClr val="4D4D4D"/>
                </a:buClr>
                <a:buFont typeface="Times New Roman" panose="02020603050405020304" pitchFamily="18" charset="0"/>
                <a:buNone/>
              </a:pPr>
              <a:t>57</a:t>
            </a:fld>
            <a:endParaRPr lang="en-GB" altLang="en-US" sz="1400">
              <a:latin typeface="Times New Roman" panose="02020603050405020304" pitchFamily="18" charset="0"/>
              <a:cs typeface="Lucida Sans Unicode" panose="020B0602030504020204" pitchFamily="34" charset="0"/>
            </a:endParaRPr>
          </a:p>
        </p:txBody>
      </p:sp>
      <p:sp>
        <p:nvSpPr>
          <p:cNvPr id="52227" name="Rectangle 2">
            <a:extLst>
              <a:ext uri="{FF2B5EF4-FFF2-40B4-BE49-F238E27FC236}">
                <a16:creationId xmlns:a16="http://schemas.microsoft.com/office/drawing/2014/main" id="{8E244AEF-CE4E-435F-B0D8-447469519BB9}"/>
              </a:ext>
            </a:extLst>
          </p:cNvPr>
          <p:cNvSpPr>
            <a:spLocks noGrp="1" noChangeArrowheads="1"/>
          </p:cNvSpPr>
          <p:nvPr>
            <p:ph type="title" idx="4294967295"/>
          </p:nvPr>
        </p:nvSpPr>
        <p:spPr>
          <a:xfrm>
            <a:off x="2438401" y="0"/>
            <a:ext cx="7381875" cy="1144588"/>
          </a:xfrm>
        </p:spPr>
        <p:txBody>
          <a:bodyPr vert="horz" lIns="90000" tIns="46800" rIns="90000" bIns="46800" rtlCol="0" anchor="ctr">
            <a:normAutofit/>
          </a:bodyPr>
          <a:lstStyle/>
          <a:p>
            <a:pPr defTabSz="4572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s-AR" altLang="en-US" sz="3200" dirty="0">
                <a:solidFill>
                  <a:srgbClr val="000000"/>
                </a:solidFill>
              </a:rPr>
              <a:t>Solución de la </a:t>
            </a:r>
            <a:r>
              <a:rPr lang="es-AR" altLang="en-US" sz="3200" dirty="0" err="1">
                <a:solidFill>
                  <a:srgbClr val="000000"/>
                </a:solidFill>
              </a:rPr>
              <a:t>Ec</a:t>
            </a:r>
            <a:r>
              <a:rPr lang="es-AR" altLang="en-US" sz="3200" dirty="0">
                <a:solidFill>
                  <a:srgbClr val="000000"/>
                </a:solidFill>
              </a:rPr>
              <a:t>. del Calor (2/6)</a:t>
            </a:r>
            <a:endParaRPr lang="en-GB" altLang="en-US" sz="3200" dirty="0">
              <a:solidFill>
                <a:srgbClr val="000000"/>
              </a:solidFill>
            </a:endParaRPr>
          </a:p>
        </p:txBody>
      </p:sp>
      <p:sp>
        <p:nvSpPr>
          <p:cNvPr id="3" name="TextBox 2">
            <a:extLst>
              <a:ext uri="{FF2B5EF4-FFF2-40B4-BE49-F238E27FC236}">
                <a16:creationId xmlns:a16="http://schemas.microsoft.com/office/drawing/2014/main" id="{5834589D-DB7A-4606-8316-76CCBFA26D00}"/>
              </a:ext>
            </a:extLst>
          </p:cNvPr>
          <p:cNvSpPr txBox="1"/>
          <p:nvPr/>
        </p:nvSpPr>
        <p:spPr>
          <a:xfrm>
            <a:off x="2207568" y="1412776"/>
            <a:ext cx="3751796" cy="446276"/>
          </a:xfrm>
          <a:prstGeom prst="rect">
            <a:avLst/>
          </a:prstGeom>
          <a:noFill/>
        </p:spPr>
        <p:txBody>
          <a:bodyPr wrap="none" rtlCol="0">
            <a:spAutoFit/>
          </a:bodyPr>
          <a:lstStyle/>
          <a:p>
            <a:r>
              <a:rPr lang="es-AR" sz="2300" dirty="0">
                <a:solidFill>
                  <a:srgbClr val="000000"/>
                </a:solidFill>
                <a:latin typeface="+mj-lt"/>
              </a:rPr>
              <a:t>Nos deshacemos del máximo:</a:t>
            </a:r>
            <a:endParaRPr lang="en-US" sz="2300" dirty="0">
              <a:solidFill>
                <a:srgbClr val="000000"/>
              </a:solidFill>
              <a:latin typeface="+mj-lt"/>
            </a:endParaRPr>
          </a:p>
        </p:txBody>
      </p:sp>
      <p:pic>
        <p:nvPicPr>
          <p:cNvPr id="4" name="Picture 3">
            <a:extLst>
              <a:ext uri="{FF2B5EF4-FFF2-40B4-BE49-F238E27FC236}">
                <a16:creationId xmlns:a16="http://schemas.microsoft.com/office/drawing/2014/main" id="{5E337BAC-AE87-4C10-9021-A4E5D640534C}"/>
              </a:ext>
            </a:extLst>
          </p:cNvPr>
          <p:cNvPicPr>
            <a:picLocks noChangeAspect="1"/>
          </p:cNvPicPr>
          <p:nvPr/>
        </p:nvPicPr>
        <p:blipFill>
          <a:blip r:embed="rId3"/>
          <a:stretch>
            <a:fillRect/>
          </a:stretch>
        </p:blipFill>
        <p:spPr>
          <a:xfrm>
            <a:off x="2063552" y="2117004"/>
            <a:ext cx="7658034" cy="3790727"/>
          </a:xfrm>
          <a:prstGeom prst="rect">
            <a:avLst/>
          </a:prstGeom>
        </p:spPr>
      </p:pic>
    </p:spTree>
    <p:extLst>
      <p:ext uri="{BB962C8B-B14F-4D97-AF65-F5344CB8AC3E}">
        <p14:creationId xmlns:p14="http://schemas.microsoft.com/office/powerpoint/2010/main" val="1854711525"/>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3">
            <a:extLst>
              <a:ext uri="{FF2B5EF4-FFF2-40B4-BE49-F238E27FC236}">
                <a16:creationId xmlns:a16="http://schemas.microsoft.com/office/drawing/2014/main" id="{6C3AC5A9-0DB7-4C4D-8E0E-97D9BCED5890}"/>
              </a:ext>
            </a:extLst>
          </p:cNvPr>
          <p:cNvSpPr txBox="1">
            <a:spLocks noGrp="1"/>
          </p:cNvSpPr>
          <p:nvPr/>
        </p:nvSpPr>
        <p:spPr bwMode="auto">
          <a:xfrm>
            <a:off x="8534401" y="6553201"/>
            <a:ext cx="2132013"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4D4D4D"/>
                </a:solidFill>
                <a:latin typeface="Calibri" panose="020F0502020204030204" pitchFamily="34" charset="0"/>
              </a:defRPr>
            </a:lvl1pPr>
            <a:lvl2pPr marL="742950" indent="-285750" defTabSz="457200">
              <a:spcBef>
                <a:spcPct val="20000"/>
              </a:spcBef>
              <a:buClr>
                <a:schemeClr val="folHlink"/>
              </a:buClr>
              <a:buSzPct val="75000"/>
              <a:buFont typeface="Wingdings" panose="05000000000000000000" pitchFamily="2" charset="2"/>
              <a:buChar char="Ø"/>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4D4D4D"/>
                </a:solidFill>
                <a:latin typeface="Calibri" panose="020F0502020204030204" pitchFamily="34" charset="0"/>
              </a:defRPr>
            </a:lvl2pPr>
            <a:lvl3pPr marL="1143000" indent="-228600" defTabSz="457200">
              <a:spcBef>
                <a:spcPct val="20000"/>
              </a:spcBef>
              <a:buClr>
                <a:schemeClr val="folHlink"/>
              </a:buClr>
              <a:buSzPct val="75000"/>
              <a:buFont typeface="Wingdings" panose="05000000000000000000" pitchFamily="2" charset="2"/>
              <a:buChar char="w"/>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D4D4D"/>
                </a:solidFill>
                <a:latin typeface="Calibri" panose="020F0502020204030204" pitchFamily="34" charset="0"/>
              </a:defRPr>
            </a:lvl3pPr>
            <a:lvl4pPr marL="1600200" indent="-228600" defTabSz="457200">
              <a:spcBef>
                <a:spcPct val="20000"/>
              </a:spcBef>
              <a:buClr>
                <a:schemeClr val="folHlink"/>
              </a:buClr>
              <a:buSzPct val="75000"/>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4pPr>
            <a:lvl5pPr marL="2057400" indent="-228600" defTabSz="457200">
              <a:spcBef>
                <a:spcPct val="20000"/>
              </a:spcBef>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5pPr>
            <a:lvl6pPr marL="25146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6pPr>
            <a:lvl7pPr marL="29718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7pPr>
            <a:lvl8pPr marL="34290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8pPr>
            <a:lvl9pPr marL="38862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9pPr>
          </a:lstStyle>
          <a:p>
            <a:pPr algn="r">
              <a:spcBef>
                <a:spcPct val="0"/>
              </a:spcBef>
              <a:buClr>
                <a:srgbClr val="4D4D4D"/>
              </a:buClr>
              <a:buFont typeface="Times New Roman" panose="02020603050405020304" pitchFamily="18" charset="0"/>
              <a:buNone/>
            </a:pPr>
            <a:fld id="{67709870-7819-45E1-BAEA-EE19D085AA13}" type="slidenum">
              <a:rPr lang="en-GB" altLang="en-US" sz="1400">
                <a:latin typeface="Times New Roman" panose="02020603050405020304" pitchFamily="18" charset="0"/>
                <a:cs typeface="Lucida Sans Unicode" panose="020B0602030504020204" pitchFamily="34" charset="0"/>
              </a:rPr>
              <a:pPr algn="r">
                <a:spcBef>
                  <a:spcPct val="0"/>
                </a:spcBef>
                <a:buClr>
                  <a:srgbClr val="4D4D4D"/>
                </a:buClr>
                <a:buFont typeface="Times New Roman" panose="02020603050405020304" pitchFamily="18" charset="0"/>
                <a:buNone/>
              </a:pPr>
              <a:t>58</a:t>
            </a:fld>
            <a:endParaRPr lang="en-GB" altLang="en-US" sz="1400">
              <a:latin typeface="Times New Roman" panose="02020603050405020304" pitchFamily="18" charset="0"/>
              <a:cs typeface="Lucida Sans Unicode" panose="020B0602030504020204" pitchFamily="34" charset="0"/>
            </a:endParaRPr>
          </a:p>
        </p:txBody>
      </p:sp>
      <p:sp>
        <p:nvSpPr>
          <p:cNvPr id="52227" name="Rectangle 2">
            <a:extLst>
              <a:ext uri="{FF2B5EF4-FFF2-40B4-BE49-F238E27FC236}">
                <a16:creationId xmlns:a16="http://schemas.microsoft.com/office/drawing/2014/main" id="{8E244AEF-CE4E-435F-B0D8-447469519BB9}"/>
              </a:ext>
            </a:extLst>
          </p:cNvPr>
          <p:cNvSpPr>
            <a:spLocks noGrp="1" noChangeArrowheads="1"/>
          </p:cNvSpPr>
          <p:nvPr>
            <p:ph type="title" idx="4294967295"/>
          </p:nvPr>
        </p:nvSpPr>
        <p:spPr>
          <a:xfrm>
            <a:off x="2438401" y="0"/>
            <a:ext cx="7381875" cy="1144588"/>
          </a:xfrm>
        </p:spPr>
        <p:txBody>
          <a:bodyPr vert="horz" lIns="90000" tIns="46800" rIns="90000" bIns="46800" rtlCol="0" anchor="ctr">
            <a:normAutofit/>
          </a:bodyPr>
          <a:lstStyle/>
          <a:p>
            <a:pPr defTabSz="4572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s-AR" altLang="en-US" sz="3200" dirty="0">
                <a:solidFill>
                  <a:srgbClr val="000000"/>
                </a:solidFill>
              </a:rPr>
              <a:t>Solución de la </a:t>
            </a:r>
            <a:r>
              <a:rPr lang="es-AR" altLang="en-US" sz="3200" dirty="0" err="1">
                <a:solidFill>
                  <a:srgbClr val="000000"/>
                </a:solidFill>
              </a:rPr>
              <a:t>Ec</a:t>
            </a:r>
            <a:r>
              <a:rPr lang="es-AR" altLang="en-US" sz="3200" dirty="0">
                <a:solidFill>
                  <a:srgbClr val="000000"/>
                </a:solidFill>
              </a:rPr>
              <a:t>. del Calor (3/6)</a:t>
            </a:r>
            <a:endParaRPr lang="en-GB" altLang="en-US" sz="3200" dirty="0">
              <a:solidFill>
                <a:srgbClr val="000000"/>
              </a:solidFill>
            </a:endParaRPr>
          </a:p>
        </p:txBody>
      </p:sp>
      <p:pic>
        <p:nvPicPr>
          <p:cNvPr id="5" name="Picture 4">
            <a:extLst>
              <a:ext uri="{FF2B5EF4-FFF2-40B4-BE49-F238E27FC236}">
                <a16:creationId xmlns:a16="http://schemas.microsoft.com/office/drawing/2014/main" id="{96B890C3-63CF-4FB8-B833-8B3CB20B8BA8}"/>
              </a:ext>
            </a:extLst>
          </p:cNvPr>
          <p:cNvPicPr>
            <a:picLocks noChangeAspect="1"/>
          </p:cNvPicPr>
          <p:nvPr/>
        </p:nvPicPr>
        <p:blipFill>
          <a:blip r:embed="rId3"/>
          <a:stretch>
            <a:fillRect/>
          </a:stretch>
        </p:blipFill>
        <p:spPr>
          <a:xfrm>
            <a:off x="2063553" y="1484785"/>
            <a:ext cx="7756723" cy="4530027"/>
          </a:xfrm>
          <a:prstGeom prst="rect">
            <a:avLst/>
          </a:prstGeom>
        </p:spPr>
      </p:pic>
    </p:spTree>
    <p:extLst>
      <p:ext uri="{BB962C8B-B14F-4D97-AF65-F5344CB8AC3E}">
        <p14:creationId xmlns:p14="http://schemas.microsoft.com/office/powerpoint/2010/main" val="1351055329"/>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3">
            <a:extLst>
              <a:ext uri="{FF2B5EF4-FFF2-40B4-BE49-F238E27FC236}">
                <a16:creationId xmlns:a16="http://schemas.microsoft.com/office/drawing/2014/main" id="{6C3AC5A9-0DB7-4C4D-8E0E-97D9BCED5890}"/>
              </a:ext>
            </a:extLst>
          </p:cNvPr>
          <p:cNvSpPr txBox="1">
            <a:spLocks noGrp="1"/>
          </p:cNvSpPr>
          <p:nvPr/>
        </p:nvSpPr>
        <p:spPr bwMode="auto">
          <a:xfrm>
            <a:off x="8534401" y="6553201"/>
            <a:ext cx="2132013"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4D4D4D"/>
                </a:solidFill>
                <a:latin typeface="Calibri" panose="020F0502020204030204" pitchFamily="34" charset="0"/>
              </a:defRPr>
            </a:lvl1pPr>
            <a:lvl2pPr marL="742950" indent="-285750" defTabSz="457200">
              <a:spcBef>
                <a:spcPct val="20000"/>
              </a:spcBef>
              <a:buClr>
                <a:schemeClr val="folHlink"/>
              </a:buClr>
              <a:buSzPct val="75000"/>
              <a:buFont typeface="Wingdings" panose="05000000000000000000" pitchFamily="2" charset="2"/>
              <a:buChar char="Ø"/>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4D4D4D"/>
                </a:solidFill>
                <a:latin typeface="Calibri" panose="020F0502020204030204" pitchFamily="34" charset="0"/>
              </a:defRPr>
            </a:lvl2pPr>
            <a:lvl3pPr marL="1143000" indent="-228600" defTabSz="457200">
              <a:spcBef>
                <a:spcPct val="20000"/>
              </a:spcBef>
              <a:buClr>
                <a:schemeClr val="folHlink"/>
              </a:buClr>
              <a:buSzPct val="75000"/>
              <a:buFont typeface="Wingdings" panose="05000000000000000000" pitchFamily="2" charset="2"/>
              <a:buChar char="w"/>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D4D4D"/>
                </a:solidFill>
                <a:latin typeface="Calibri" panose="020F0502020204030204" pitchFamily="34" charset="0"/>
              </a:defRPr>
            </a:lvl3pPr>
            <a:lvl4pPr marL="1600200" indent="-228600" defTabSz="457200">
              <a:spcBef>
                <a:spcPct val="20000"/>
              </a:spcBef>
              <a:buClr>
                <a:schemeClr val="folHlink"/>
              </a:buClr>
              <a:buSzPct val="75000"/>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4pPr>
            <a:lvl5pPr marL="2057400" indent="-228600" defTabSz="457200">
              <a:spcBef>
                <a:spcPct val="20000"/>
              </a:spcBef>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5pPr>
            <a:lvl6pPr marL="25146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6pPr>
            <a:lvl7pPr marL="29718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7pPr>
            <a:lvl8pPr marL="34290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8pPr>
            <a:lvl9pPr marL="38862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9pPr>
          </a:lstStyle>
          <a:p>
            <a:pPr algn="r">
              <a:spcBef>
                <a:spcPct val="0"/>
              </a:spcBef>
              <a:buClr>
                <a:srgbClr val="4D4D4D"/>
              </a:buClr>
              <a:buFont typeface="Times New Roman" panose="02020603050405020304" pitchFamily="18" charset="0"/>
              <a:buNone/>
            </a:pPr>
            <a:fld id="{67709870-7819-45E1-BAEA-EE19D085AA13}" type="slidenum">
              <a:rPr lang="en-GB" altLang="en-US" sz="1400">
                <a:latin typeface="Times New Roman" panose="02020603050405020304" pitchFamily="18" charset="0"/>
                <a:cs typeface="Lucida Sans Unicode" panose="020B0602030504020204" pitchFamily="34" charset="0"/>
              </a:rPr>
              <a:pPr algn="r">
                <a:spcBef>
                  <a:spcPct val="0"/>
                </a:spcBef>
                <a:buClr>
                  <a:srgbClr val="4D4D4D"/>
                </a:buClr>
                <a:buFont typeface="Times New Roman" panose="02020603050405020304" pitchFamily="18" charset="0"/>
                <a:buNone/>
              </a:pPr>
              <a:t>59</a:t>
            </a:fld>
            <a:endParaRPr lang="en-GB" altLang="en-US" sz="1400">
              <a:latin typeface="Times New Roman" panose="02020603050405020304" pitchFamily="18" charset="0"/>
              <a:cs typeface="Lucida Sans Unicode" panose="020B0602030504020204" pitchFamily="34" charset="0"/>
            </a:endParaRPr>
          </a:p>
        </p:txBody>
      </p:sp>
      <p:sp>
        <p:nvSpPr>
          <p:cNvPr id="52227" name="Rectangle 2">
            <a:extLst>
              <a:ext uri="{FF2B5EF4-FFF2-40B4-BE49-F238E27FC236}">
                <a16:creationId xmlns:a16="http://schemas.microsoft.com/office/drawing/2014/main" id="{8E244AEF-CE4E-435F-B0D8-447469519BB9}"/>
              </a:ext>
            </a:extLst>
          </p:cNvPr>
          <p:cNvSpPr>
            <a:spLocks noGrp="1" noChangeArrowheads="1"/>
          </p:cNvSpPr>
          <p:nvPr>
            <p:ph type="title" idx="4294967295"/>
          </p:nvPr>
        </p:nvSpPr>
        <p:spPr>
          <a:xfrm>
            <a:off x="2438401" y="0"/>
            <a:ext cx="7381875" cy="1144588"/>
          </a:xfrm>
        </p:spPr>
        <p:txBody>
          <a:bodyPr vert="horz" lIns="90000" tIns="46800" rIns="90000" bIns="46800" rtlCol="0" anchor="ctr">
            <a:normAutofit/>
          </a:bodyPr>
          <a:lstStyle/>
          <a:p>
            <a:pPr defTabSz="4572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s-AR" altLang="en-US" sz="3200" dirty="0">
                <a:solidFill>
                  <a:srgbClr val="000000"/>
                </a:solidFill>
              </a:rPr>
              <a:t>Solución de la </a:t>
            </a:r>
            <a:r>
              <a:rPr lang="es-AR" altLang="en-US" sz="3200" dirty="0" err="1">
                <a:solidFill>
                  <a:srgbClr val="000000"/>
                </a:solidFill>
              </a:rPr>
              <a:t>Ec</a:t>
            </a:r>
            <a:r>
              <a:rPr lang="es-AR" altLang="en-US" sz="3200" dirty="0">
                <a:solidFill>
                  <a:srgbClr val="000000"/>
                </a:solidFill>
              </a:rPr>
              <a:t>. del Calor (4/6)</a:t>
            </a:r>
            <a:endParaRPr lang="en-GB" altLang="en-US" sz="3200" dirty="0">
              <a:solidFill>
                <a:srgbClr val="000000"/>
              </a:solidFill>
            </a:endParaRPr>
          </a:p>
        </p:txBody>
      </p:sp>
      <p:pic>
        <p:nvPicPr>
          <p:cNvPr id="2" name="Picture 1">
            <a:extLst>
              <a:ext uri="{FF2B5EF4-FFF2-40B4-BE49-F238E27FC236}">
                <a16:creationId xmlns:a16="http://schemas.microsoft.com/office/drawing/2014/main" id="{D0148239-2356-4B7F-B6D5-D7BF3890DBCA}"/>
              </a:ext>
            </a:extLst>
          </p:cNvPr>
          <p:cNvPicPr>
            <a:picLocks noChangeAspect="1"/>
          </p:cNvPicPr>
          <p:nvPr/>
        </p:nvPicPr>
        <p:blipFill>
          <a:blip r:embed="rId3"/>
          <a:stretch>
            <a:fillRect/>
          </a:stretch>
        </p:blipFill>
        <p:spPr>
          <a:xfrm>
            <a:off x="2457796" y="1484784"/>
            <a:ext cx="6631132" cy="2613446"/>
          </a:xfrm>
          <a:prstGeom prst="rect">
            <a:avLst/>
          </a:prstGeom>
        </p:spPr>
      </p:pic>
      <p:pic>
        <p:nvPicPr>
          <p:cNvPr id="3" name="Picture 2">
            <a:extLst>
              <a:ext uri="{FF2B5EF4-FFF2-40B4-BE49-F238E27FC236}">
                <a16:creationId xmlns:a16="http://schemas.microsoft.com/office/drawing/2014/main" id="{7BEC476C-DDEA-463E-82A0-7DF8984950D0}"/>
              </a:ext>
            </a:extLst>
          </p:cNvPr>
          <p:cNvPicPr>
            <a:picLocks noChangeAspect="1"/>
          </p:cNvPicPr>
          <p:nvPr/>
        </p:nvPicPr>
        <p:blipFill>
          <a:blip r:embed="rId4"/>
          <a:stretch>
            <a:fillRect/>
          </a:stretch>
        </p:blipFill>
        <p:spPr>
          <a:xfrm>
            <a:off x="2063552" y="4098230"/>
            <a:ext cx="7028864" cy="2283098"/>
          </a:xfrm>
          <a:prstGeom prst="rect">
            <a:avLst/>
          </a:prstGeom>
        </p:spPr>
      </p:pic>
    </p:spTree>
    <p:extLst>
      <p:ext uri="{BB962C8B-B14F-4D97-AF65-F5344CB8AC3E}">
        <p14:creationId xmlns:p14="http://schemas.microsoft.com/office/powerpoint/2010/main" val="3277557948"/>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3">
            <a:extLst>
              <a:ext uri="{FF2B5EF4-FFF2-40B4-BE49-F238E27FC236}">
                <a16:creationId xmlns:a16="http://schemas.microsoft.com/office/drawing/2014/main" id="{6C3AC5A9-0DB7-4C4D-8E0E-97D9BCED5890}"/>
              </a:ext>
            </a:extLst>
          </p:cNvPr>
          <p:cNvSpPr txBox="1">
            <a:spLocks noGrp="1"/>
          </p:cNvSpPr>
          <p:nvPr/>
        </p:nvSpPr>
        <p:spPr bwMode="auto">
          <a:xfrm>
            <a:off x="8534401" y="6553201"/>
            <a:ext cx="2132013"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4D4D4D"/>
                </a:solidFill>
                <a:latin typeface="Calibri" panose="020F0502020204030204" pitchFamily="34" charset="0"/>
              </a:defRPr>
            </a:lvl1pPr>
            <a:lvl2pPr marL="742950" indent="-285750" defTabSz="457200">
              <a:spcBef>
                <a:spcPct val="20000"/>
              </a:spcBef>
              <a:buClr>
                <a:schemeClr val="folHlink"/>
              </a:buClr>
              <a:buSzPct val="75000"/>
              <a:buFont typeface="Wingdings" panose="05000000000000000000" pitchFamily="2" charset="2"/>
              <a:buChar char="Ø"/>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4D4D4D"/>
                </a:solidFill>
                <a:latin typeface="Calibri" panose="020F0502020204030204" pitchFamily="34" charset="0"/>
              </a:defRPr>
            </a:lvl2pPr>
            <a:lvl3pPr marL="1143000" indent="-228600" defTabSz="457200">
              <a:spcBef>
                <a:spcPct val="20000"/>
              </a:spcBef>
              <a:buClr>
                <a:schemeClr val="folHlink"/>
              </a:buClr>
              <a:buSzPct val="75000"/>
              <a:buFont typeface="Wingdings" panose="05000000000000000000" pitchFamily="2" charset="2"/>
              <a:buChar char="w"/>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D4D4D"/>
                </a:solidFill>
                <a:latin typeface="Calibri" panose="020F0502020204030204" pitchFamily="34" charset="0"/>
              </a:defRPr>
            </a:lvl3pPr>
            <a:lvl4pPr marL="1600200" indent="-228600" defTabSz="457200">
              <a:spcBef>
                <a:spcPct val="20000"/>
              </a:spcBef>
              <a:buClr>
                <a:schemeClr val="folHlink"/>
              </a:buClr>
              <a:buSzPct val="75000"/>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4pPr>
            <a:lvl5pPr marL="2057400" indent="-228600" defTabSz="457200">
              <a:spcBef>
                <a:spcPct val="20000"/>
              </a:spcBef>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5pPr>
            <a:lvl6pPr marL="25146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6pPr>
            <a:lvl7pPr marL="29718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7pPr>
            <a:lvl8pPr marL="34290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8pPr>
            <a:lvl9pPr marL="38862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9pPr>
          </a:lstStyle>
          <a:p>
            <a:pPr algn="r">
              <a:spcBef>
                <a:spcPct val="0"/>
              </a:spcBef>
              <a:buClr>
                <a:srgbClr val="4D4D4D"/>
              </a:buClr>
              <a:buFont typeface="Times New Roman" panose="02020603050405020304" pitchFamily="18" charset="0"/>
              <a:buNone/>
            </a:pPr>
            <a:fld id="{67709870-7819-45E1-BAEA-EE19D085AA13}" type="slidenum">
              <a:rPr lang="en-GB" altLang="en-US" sz="1400">
                <a:latin typeface="Times New Roman" panose="02020603050405020304" pitchFamily="18" charset="0"/>
                <a:cs typeface="Lucida Sans Unicode" panose="020B0602030504020204" pitchFamily="34" charset="0"/>
              </a:rPr>
              <a:pPr algn="r">
                <a:spcBef>
                  <a:spcPct val="0"/>
                </a:spcBef>
                <a:buClr>
                  <a:srgbClr val="4D4D4D"/>
                </a:buClr>
                <a:buFont typeface="Times New Roman" panose="02020603050405020304" pitchFamily="18" charset="0"/>
                <a:buNone/>
              </a:pPr>
              <a:t>60</a:t>
            </a:fld>
            <a:endParaRPr lang="en-GB" altLang="en-US" sz="1400">
              <a:latin typeface="Times New Roman" panose="02020603050405020304" pitchFamily="18" charset="0"/>
              <a:cs typeface="Lucida Sans Unicode" panose="020B0602030504020204" pitchFamily="34" charset="0"/>
            </a:endParaRPr>
          </a:p>
        </p:txBody>
      </p:sp>
      <p:sp>
        <p:nvSpPr>
          <p:cNvPr id="52227" name="Rectangle 2">
            <a:extLst>
              <a:ext uri="{FF2B5EF4-FFF2-40B4-BE49-F238E27FC236}">
                <a16:creationId xmlns:a16="http://schemas.microsoft.com/office/drawing/2014/main" id="{8E244AEF-CE4E-435F-B0D8-447469519BB9}"/>
              </a:ext>
            </a:extLst>
          </p:cNvPr>
          <p:cNvSpPr>
            <a:spLocks noGrp="1" noChangeArrowheads="1"/>
          </p:cNvSpPr>
          <p:nvPr>
            <p:ph type="title" idx="4294967295"/>
          </p:nvPr>
        </p:nvSpPr>
        <p:spPr>
          <a:xfrm>
            <a:off x="2438401" y="0"/>
            <a:ext cx="7381875" cy="1144588"/>
          </a:xfrm>
        </p:spPr>
        <p:txBody>
          <a:bodyPr vert="horz" lIns="90000" tIns="46800" rIns="90000" bIns="46800" rtlCol="0" anchor="ctr">
            <a:normAutofit/>
          </a:bodyPr>
          <a:lstStyle/>
          <a:p>
            <a:pPr defTabSz="4572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s-AR" altLang="en-US" sz="3200" dirty="0">
                <a:solidFill>
                  <a:srgbClr val="000000"/>
                </a:solidFill>
              </a:rPr>
              <a:t>Solución de la </a:t>
            </a:r>
            <a:r>
              <a:rPr lang="es-AR" altLang="en-US" sz="3200" dirty="0" err="1">
                <a:solidFill>
                  <a:srgbClr val="000000"/>
                </a:solidFill>
              </a:rPr>
              <a:t>Ec</a:t>
            </a:r>
            <a:r>
              <a:rPr lang="es-AR" altLang="en-US" sz="3200" dirty="0">
                <a:solidFill>
                  <a:srgbClr val="000000"/>
                </a:solidFill>
              </a:rPr>
              <a:t>. del Calor (5/6)</a:t>
            </a:r>
            <a:endParaRPr lang="en-GB" altLang="en-US" sz="3200" dirty="0">
              <a:solidFill>
                <a:srgbClr val="000000"/>
              </a:solidFill>
            </a:endParaRPr>
          </a:p>
        </p:txBody>
      </p:sp>
      <p:pic>
        <p:nvPicPr>
          <p:cNvPr id="4" name="Picture 3">
            <a:extLst>
              <a:ext uri="{FF2B5EF4-FFF2-40B4-BE49-F238E27FC236}">
                <a16:creationId xmlns:a16="http://schemas.microsoft.com/office/drawing/2014/main" id="{8BF3275D-CF5D-48CC-8A7B-A270587B863C}"/>
              </a:ext>
            </a:extLst>
          </p:cNvPr>
          <p:cNvPicPr>
            <a:picLocks noChangeAspect="1"/>
          </p:cNvPicPr>
          <p:nvPr/>
        </p:nvPicPr>
        <p:blipFill>
          <a:blip r:embed="rId3"/>
          <a:stretch>
            <a:fillRect/>
          </a:stretch>
        </p:blipFill>
        <p:spPr>
          <a:xfrm>
            <a:off x="1994714" y="1556792"/>
            <a:ext cx="7814427" cy="4666258"/>
          </a:xfrm>
          <a:prstGeom prst="rect">
            <a:avLst/>
          </a:prstGeom>
        </p:spPr>
      </p:pic>
    </p:spTree>
    <p:extLst>
      <p:ext uri="{BB962C8B-B14F-4D97-AF65-F5344CB8AC3E}">
        <p14:creationId xmlns:p14="http://schemas.microsoft.com/office/powerpoint/2010/main" val="1511515764"/>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3">
            <a:extLst>
              <a:ext uri="{FF2B5EF4-FFF2-40B4-BE49-F238E27FC236}">
                <a16:creationId xmlns:a16="http://schemas.microsoft.com/office/drawing/2014/main" id="{6C3AC5A9-0DB7-4C4D-8E0E-97D9BCED5890}"/>
              </a:ext>
            </a:extLst>
          </p:cNvPr>
          <p:cNvSpPr txBox="1">
            <a:spLocks noGrp="1"/>
          </p:cNvSpPr>
          <p:nvPr/>
        </p:nvSpPr>
        <p:spPr bwMode="auto">
          <a:xfrm>
            <a:off x="8534401" y="6553201"/>
            <a:ext cx="2132013"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4D4D4D"/>
                </a:solidFill>
                <a:latin typeface="Calibri" panose="020F0502020204030204" pitchFamily="34" charset="0"/>
              </a:defRPr>
            </a:lvl1pPr>
            <a:lvl2pPr marL="742950" indent="-285750" defTabSz="457200">
              <a:spcBef>
                <a:spcPct val="20000"/>
              </a:spcBef>
              <a:buClr>
                <a:schemeClr val="folHlink"/>
              </a:buClr>
              <a:buSzPct val="75000"/>
              <a:buFont typeface="Wingdings" panose="05000000000000000000" pitchFamily="2" charset="2"/>
              <a:buChar char="Ø"/>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4D4D4D"/>
                </a:solidFill>
                <a:latin typeface="Calibri" panose="020F0502020204030204" pitchFamily="34" charset="0"/>
              </a:defRPr>
            </a:lvl2pPr>
            <a:lvl3pPr marL="1143000" indent="-228600" defTabSz="457200">
              <a:spcBef>
                <a:spcPct val="20000"/>
              </a:spcBef>
              <a:buClr>
                <a:schemeClr val="folHlink"/>
              </a:buClr>
              <a:buSzPct val="75000"/>
              <a:buFont typeface="Wingdings" panose="05000000000000000000" pitchFamily="2" charset="2"/>
              <a:buChar char="w"/>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D4D4D"/>
                </a:solidFill>
                <a:latin typeface="Calibri" panose="020F0502020204030204" pitchFamily="34" charset="0"/>
              </a:defRPr>
            </a:lvl3pPr>
            <a:lvl4pPr marL="1600200" indent="-228600" defTabSz="457200">
              <a:spcBef>
                <a:spcPct val="20000"/>
              </a:spcBef>
              <a:buClr>
                <a:schemeClr val="folHlink"/>
              </a:buClr>
              <a:buSzPct val="75000"/>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4pPr>
            <a:lvl5pPr marL="2057400" indent="-228600" defTabSz="457200">
              <a:spcBef>
                <a:spcPct val="20000"/>
              </a:spcBef>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5pPr>
            <a:lvl6pPr marL="25146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6pPr>
            <a:lvl7pPr marL="29718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7pPr>
            <a:lvl8pPr marL="34290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8pPr>
            <a:lvl9pPr marL="38862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9pPr>
          </a:lstStyle>
          <a:p>
            <a:pPr algn="r">
              <a:spcBef>
                <a:spcPct val="0"/>
              </a:spcBef>
              <a:buClr>
                <a:srgbClr val="4D4D4D"/>
              </a:buClr>
              <a:buFont typeface="Times New Roman" panose="02020603050405020304" pitchFamily="18" charset="0"/>
              <a:buNone/>
            </a:pPr>
            <a:fld id="{67709870-7819-45E1-BAEA-EE19D085AA13}" type="slidenum">
              <a:rPr lang="en-GB" altLang="en-US" sz="1400">
                <a:latin typeface="Times New Roman" panose="02020603050405020304" pitchFamily="18" charset="0"/>
                <a:cs typeface="Lucida Sans Unicode" panose="020B0602030504020204" pitchFamily="34" charset="0"/>
              </a:rPr>
              <a:pPr algn="r">
                <a:spcBef>
                  <a:spcPct val="0"/>
                </a:spcBef>
                <a:buClr>
                  <a:srgbClr val="4D4D4D"/>
                </a:buClr>
                <a:buFont typeface="Times New Roman" panose="02020603050405020304" pitchFamily="18" charset="0"/>
                <a:buNone/>
              </a:pPr>
              <a:t>61</a:t>
            </a:fld>
            <a:endParaRPr lang="en-GB" altLang="en-US" sz="1400">
              <a:latin typeface="Times New Roman" panose="02020603050405020304" pitchFamily="18" charset="0"/>
              <a:cs typeface="Lucida Sans Unicode" panose="020B0602030504020204" pitchFamily="34" charset="0"/>
            </a:endParaRPr>
          </a:p>
        </p:txBody>
      </p:sp>
      <p:sp>
        <p:nvSpPr>
          <p:cNvPr id="52227" name="Rectangle 2">
            <a:extLst>
              <a:ext uri="{FF2B5EF4-FFF2-40B4-BE49-F238E27FC236}">
                <a16:creationId xmlns:a16="http://schemas.microsoft.com/office/drawing/2014/main" id="{8E244AEF-CE4E-435F-B0D8-447469519BB9}"/>
              </a:ext>
            </a:extLst>
          </p:cNvPr>
          <p:cNvSpPr>
            <a:spLocks noGrp="1" noChangeArrowheads="1"/>
          </p:cNvSpPr>
          <p:nvPr>
            <p:ph type="title" idx="4294967295"/>
          </p:nvPr>
        </p:nvSpPr>
        <p:spPr>
          <a:xfrm>
            <a:off x="2438401" y="0"/>
            <a:ext cx="7381875" cy="1144588"/>
          </a:xfrm>
        </p:spPr>
        <p:txBody>
          <a:bodyPr vert="horz" lIns="90000" tIns="46800" rIns="90000" bIns="46800" rtlCol="0" anchor="ctr">
            <a:normAutofit/>
          </a:bodyPr>
          <a:lstStyle/>
          <a:p>
            <a:pPr defTabSz="4572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s-AR" altLang="en-US" sz="3200" dirty="0">
                <a:solidFill>
                  <a:srgbClr val="000000"/>
                </a:solidFill>
              </a:rPr>
              <a:t>Solución de la </a:t>
            </a:r>
            <a:r>
              <a:rPr lang="es-AR" altLang="en-US" sz="3200" dirty="0" err="1">
                <a:solidFill>
                  <a:srgbClr val="000000"/>
                </a:solidFill>
              </a:rPr>
              <a:t>Ec</a:t>
            </a:r>
            <a:r>
              <a:rPr lang="es-AR" altLang="en-US" sz="3200" dirty="0">
                <a:solidFill>
                  <a:srgbClr val="000000"/>
                </a:solidFill>
              </a:rPr>
              <a:t>. del Calor (6/6)</a:t>
            </a:r>
            <a:endParaRPr lang="en-GB" altLang="en-US" sz="3200" dirty="0">
              <a:solidFill>
                <a:srgbClr val="000000"/>
              </a:solidFill>
            </a:endParaRPr>
          </a:p>
        </p:txBody>
      </p:sp>
      <p:pic>
        <p:nvPicPr>
          <p:cNvPr id="3" name="Picture 2">
            <a:extLst>
              <a:ext uri="{FF2B5EF4-FFF2-40B4-BE49-F238E27FC236}">
                <a16:creationId xmlns:a16="http://schemas.microsoft.com/office/drawing/2014/main" id="{42FD7114-5A98-4655-A5BD-078EF2BF6C73}"/>
              </a:ext>
            </a:extLst>
          </p:cNvPr>
          <p:cNvPicPr>
            <a:picLocks noChangeAspect="1"/>
          </p:cNvPicPr>
          <p:nvPr/>
        </p:nvPicPr>
        <p:blipFill>
          <a:blip r:embed="rId3"/>
          <a:stretch>
            <a:fillRect/>
          </a:stretch>
        </p:blipFill>
        <p:spPr>
          <a:xfrm>
            <a:off x="2351584" y="1484784"/>
            <a:ext cx="7056784" cy="4510807"/>
          </a:xfrm>
          <a:prstGeom prst="rect">
            <a:avLst/>
          </a:prstGeom>
        </p:spPr>
      </p:pic>
    </p:spTree>
    <p:extLst>
      <p:ext uri="{BB962C8B-B14F-4D97-AF65-F5344CB8AC3E}">
        <p14:creationId xmlns:p14="http://schemas.microsoft.com/office/powerpoint/2010/main" val="3444413475"/>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3">
            <a:extLst>
              <a:ext uri="{FF2B5EF4-FFF2-40B4-BE49-F238E27FC236}">
                <a16:creationId xmlns:a16="http://schemas.microsoft.com/office/drawing/2014/main" id="{6C3AC5A9-0DB7-4C4D-8E0E-97D9BCED5890}"/>
              </a:ext>
            </a:extLst>
          </p:cNvPr>
          <p:cNvSpPr txBox="1">
            <a:spLocks noGrp="1"/>
          </p:cNvSpPr>
          <p:nvPr/>
        </p:nvSpPr>
        <p:spPr bwMode="auto">
          <a:xfrm>
            <a:off x="8534401" y="6553201"/>
            <a:ext cx="2132013"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defTabSz="457200">
              <a:spcBef>
                <a:spcPct val="20000"/>
              </a:spcBef>
              <a:buClr>
                <a:schemeClr val="folHlink"/>
              </a:buClr>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4D4D4D"/>
                </a:solidFill>
                <a:latin typeface="Calibri" panose="020F0502020204030204" pitchFamily="34" charset="0"/>
              </a:defRPr>
            </a:lvl1pPr>
            <a:lvl2pPr marL="742950" indent="-285750" defTabSz="457200">
              <a:spcBef>
                <a:spcPct val="20000"/>
              </a:spcBef>
              <a:buClr>
                <a:schemeClr val="folHlink"/>
              </a:buClr>
              <a:buSzPct val="75000"/>
              <a:buFont typeface="Wingdings" panose="05000000000000000000" pitchFamily="2" charset="2"/>
              <a:buChar char="Ø"/>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4D4D4D"/>
                </a:solidFill>
                <a:latin typeface="Calibri" panose="020F0502020204030204" pitchFamily="34" charset="0"/>
              </a:defRPr>
            </a:lvl2pPr>
            <a:lvl3pPr marL="1143000" indent="-228600" defTabSz="457200">
              <a:spcBef>
                <a:spcPct val="20000"/>
              </a:spcBef>
              <a:buClr>
                <a:schemeClr val="folHlink"/>
              </a:buClr>
              <a:buSzPct val="75000"/>
              <a:buFont typeface="Wingdings" panose="05000000000000000000" pitchFamily="2" charset="2"/>
              <a:buChar char="w"/>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D4D4D"/>
                </a:solidFill>
                <a:latin typeface="Calibri" panose="020F0502020204030204" pitchFamily="34" charset="0"/>
              </a:defRPr>
            </a:lvl3pPr>
            <a:lvl4pPr marL="1600200" indent="-228600" defTabSz="457200">
              <a:spcBef>
                <a:spcPct val="20000"/>
              </a:spcBef>
              <a:buClr>
                <a:schemeClr val="folHlink"/>
              </a:buClr>
              <a:buSzPct val="75000"/>
              <a:buFont typeface="Wingdings" panose="05000000000000000000"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4pPr>
            <a:lvl5pPr marL="2057400" indent="-228600" defTabSz="457200">
              <a:spcBef>
                <a:spcPct val="20000"/>
              </a:spcBef>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5pPr>
            <a:lvl6pPr marL="25146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6pPr>
            <a:lvl7pPr marL="29718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7pPr>
            <a:lvl8pPr marL="34290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8pPr>
            <a:lvl9pPr marL="3886200" indent="-228600" defTabSz="457200" eaLnBrk="0" fontAlgn="base" hangingPunct="0">
              <a:spcBef>
                <a:spcPct val="20000"/>
              </a:spcBef>
              <a:spcAft>
                <a:spcPct val="0"/>
              </a:spcAft>
              <a:buClr>
                <a:schemeClr val="folHlink"/>
              </a:buClr>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4D4D4D"/>
                </a:solidFill>
                <a:latin typeface="Calibri" panose="020F0502020204030204" pitchFamily="34" charset="0"/>
              </a:defRPr>
            </a:lvl9pPr>
          </a:lstStyle>
          <a:p>
            <a:pPr algn="r">
              <a:spcBef>
                <a:spcPct val="0"/>
              </a:spcBef>
              <a:buClr>
                <a:srgbClr val="4D4D4D"/>
              </a:buClr>
              <a:buFont typeface="Times New Roman" panose="02020603050405020304" pitchFamily="18" charset="0"/>
              <a:buNone/>
            </a:pPr>
            <a:fld id="{67709870-7819-45E1-BAEA-EE19D085AA13}" type="slidenum">
              <a:rPr lang="en-GB" altLang="en-US" sz="1400">
                <a:latin typeface="Times New Roman" panose="02020603050405020304" pitchFamily="18" charset="0"/>
                <a:cs typeface="Lucida Sans Unicode" panose="020B0602030504020204" pitchFamily="34" charset="0"/>
              </a:rPr>
              <a:pPr algn="r">
                <a:spcBef>
                  <a:spcPct val="0"/>
                </a:spcBef>
                <a:buClr>
                  <a:srgbClr val="4D4D4D"/>
                </a:buClr>
                <a:buFont typeface="Times New Roman" panose="02020603050405020304" pitchFamily="18" charset="0"/>
                <a:buNone/>
              </a:pPr>
              <a:t>62</a:t>
            </a:fld>
            <a:endParaRPr lang="en-GB" altLang="en-US" sz="1400">
              <a:latin typeface="Times New Roman" panose="02020603050405020304" pitchFamily="18" charset="0"/>
              <a:cs typeface="Lucida Sans Unicode" panose="020B0602030504020204" pitchFamily="34" charset="0"/>
            </a:endParaRPr>
          </a:p>
        </p:txBody>
      </p:sp>
      <p:sp>
        <p:nvSpPr>
          <p:cNvPr id="52227" name="Rectangle 2">
            <a:extLst>
              <a:ext uri="{FF2B5EF4-FFF2-40B4-BE49-F238E27FC236}">
                <a16:creationId xmlns:a16="http://schemas.microsoft.com/office/drawing/2014/main" id="{8E244AEF-CE4E-435F-B0D8-447469519BB9}"/>
              </a:ext>
            </a:extLst>
          </p:cNvPr>
          <p:cNvSpPr>
            <a:spLocks noGrp="1" noChangeArrowheads="1"/>
          </p:cNvSpPr>
          <p:nvPr>
            <p:ph type="title" idx="4294967295"/>
          </p:nvPr>
        </p:nvSpPr>
        <p:spPr>
          <a:xfrm>
            <a:off x="2438401" y="0"/>
            <a:ext cx="7381875" cy="1144588"/>
          </a:xfrm>
        </p:spPr>
        <p:txBody>
          <a:bodyPr vert="horz" lIns="90000" tIns="46800" rIns="90000" bIns="46800" rtlCol="0" anchor="ctr">
            <a:normAutofit/>
          </a:bodyPr>
          <a:lstStyle/>
          <a:p>
            <a:pPr defTabSz="4572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s-AR" altLang="en-US" sz="3200" dirty="0">
                <a:solidFill>
                  <a:srgbClr val="000000"/>
                </a:solidFill>
              </a:rPr>
              <a:t>La Fórmula de Black Scholes</a:t>
            </a:r>
            <a:endParaRPr lang="en-GB" altLang="en-US" sz="3200" dirty="0">
              <a:solidFill>
                <a:srgbClr val="000000"/>
              </a:solidFill>
            </a:endParaRPr>
          </a:p>
        </p:txBody>
      </p:sp>
      <p:pic>
        <p:nvPicPr>
          <p:cNvPr id="2" name="Picture 1">
            <a:extLst>
              <a:ext uri="{FF2B5EF4-FFF2-40B4-BE49-F238E27FC236}">
                <a16:creationId xmlns:a16="http://schemas.microsoft.com/office/drawing/2014/main" id="{EC2DB847-890E-4974-B95F-06F9CF1E94CD}"/>
              </a:ext>
            </a:extLst>
          </p:cNvPr>
          <p:cNvPicPr>
            <a:picLocks noChangeAspect="1"/>
          </p:cNvPicPr>
          <p:nvPr/>
        </p:nvPicPr>
        <p:blipFill>
          <a:blip r:embed="rId3"/>
          <a:stretch>
            <a:fillRect/>
          </a:stretch>
        </p:blipFill>
        <p:spPr>
          <a:xfrm>
            <a:off x="1683486" y="1484784"/>
            <a:ext cx="8825029" cy="4392488"/>
          </a:xfrm>
          <a:prstGeom prst="rect">
            <a:avLst/>
          </a:prstGeom>
        </p:spPr>
      </p:pic>
    </p:spTree>
    <p:extLst>
      <p:ext uri="{BB962C8B-B14F-4D97-AF65-F5344CB8AC3E}">
        <p14:creationId xmlns:p14="http://schemas.microsoft.com/office/powerpoint/2010/main" val="2339189086"/>
      </p:ext>
    </p:extLst>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11343</TotalTime>
  <Words>2024</Words>
  <Application>Microsoft Office PowerPoint</Application>
  <PresentationFormat>Widescreen</PresentationFormat>
  <Paragraphs>327</Paragraphs>
  <Slides>62</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62</vt:i4>
      </vt:variant>
    </vt:vector>
  </HeadingPairs>
  <TitlesOfParts>
    <vt:vector size="70" baseType="lpstr">
      <vt:lpstr>Arial</vt:lpstr>
      <vt:lpstr>Calibri</vt:lpstr>
      <vt:lpstr>Calibri Light</vt:lpstr>
      <vt:lpstr>Cambria Math</vt:lpstr>
      <vt:lpstr>CMSS10</vt:lpstr>
      <vt:lpstr>Times New Roman</vt:lpstr>
      <vt:lpstr>Wingdings</vt:lpstr>
      <vt:lpstr>Office Theme</vt:lpstr>
      <vt:lpstr>PowerPoint Presentation</vt:lpstr>
      <vt:lpstr>Modelos Matemáticos en Finanzas Cuantitativas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Algoritmo BS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Ecuación de Black Scholes</vt:lpstr>
      <vt:lpstr>De Black Scholes a la Ec. del Calor (1/3)</vt:lpstr>
      <vt:lpstr>De Black Scholes a la Ec. del Calor (2/3)</vt:lpstr>
      <vt:lpstr>De Black Scholes a la Ec. del Calor (3/3)</vt:lpstr>
      <vt:lpstr>Solución de la Ec. del Calor (1/6)</vt:lpstr>
      <vt:lpstr>Solución de la Ec. del Calor (2/6)</vt:lpstr>
      <vt:lpstr>Solución de la Ec. del Calor (3/6)</vt:lpstr>
      <vt:lpstr>Solución de la Ec. del Calor (4/6)</vt:lpstr>
      <vt:lpstr>Solución de la Ec. del Calor (5/6)</vt:lpstr>
      <vt:lpstr>Solución de la Ec. del Calor (6/6)</vt:lpstr>
      <vt:lpstr>La Fórmula de Black Scholes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DF2021 - Clase 4</dc:title>
  <dc:creator>Manuel Maurette</dc:creator>
  <cp:lastModifiedBy>Manuel Maurette</cp:lastModifiedBy>
  <cp:revision>36</cp:revision>
  <dcterms:created xsi:type="dcterms:W3CDTF">2020-07-22T19:02:36Z</dcterms:created>
  <dcterms:modified xsi:type="dcterms:W3CDTF">2022-08-14T18:13:47Z</dcterms:modified>
</cp:coreProperties>
</file>